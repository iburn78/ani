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trictFirstAndLastChars="0" saveSubsetFonts="1">
  <p:sldMasterIdLst>
    <p:sldMasterId id="2147483648" r:id="rId1"/>
  </p:sldMasterIdLst>
  <p:notesMasterIdLst>
    <p:notesMasterId r:id="rId2"/>
  </p:notesMasterIdLst>
  <p:handoutMasterIdLst>
    <p:handoutMasterId r:id="rId3"/>
  </p:handoutMasterIdLst>
  <p:sldIdLst>
    <p:sldId id="256" r:id="rId9"/>
    <p:sldId id="257" r:id="rId10"/>
    <p:sldId id="258" r:id="rId11"/>
    <p:sldId id="259" r:id="rId12"/>
    <p:sldId id="260" r:id="rId13"/>
    <p:sldId id="261" r:id="rId14"/>
  </p:sldIdLst>
  <p:sldSz cx="6480175" cy="11520488"/>
  <p:notesSz cx="7104063" cy="10234613"/>
  <p:custDataLst>
    <p:tags r:id="rId4"/>
  </p:custDataLst>
  <p:defaultTextStyle>
    <a:defPPr>
      <a:defRPr lang="en-US"/>
    </a:defPPr>
    <a:lvl1pPr algn="l" rtl="0" fontAlgn="base">
      <a:spcBef>
        <a:spcPct val="0"/>
      </a:spcBef>
      <a:spcAft>
        <a:spcPct val="0"/>
      </a:spcAft>
      <a:defRPr sz="1542" kern="1200">
        <a:solidFill>
          <a:schemeClr val="tx1"/>
        </a:solidFill>
        <a:latin typeface="Arial" charset="0"/>
        <a:ea typeface="+mn-ea"/>
        <a:cs typeface="+mn-cs"/>
      </a:defRPr>
    </a:lvl1pPr>
    <a:lvl2pPr marL="440720" algn="l" rtl="0" fontAlgn="base">
      <a:spcBef>
        <a:spcPct val="0"/>
      </a:spcBef>
      <a:spcAft>
        <a:spcPct val="0"/>
      </a:spcAft>
      <a:defRPr sz="1542" kern="1200">
        <a:solidFill>
          <a:schemeClr val="tx1"/>
        </a:solidFill>
        <a:latin typeface="Arial" charset="0"/>
        <a:ea typeface="+mn-ea"/>
        <a:cs typeface="+mn-cs"/>
      </a:defRPr>
    </a:lvl2pPr>
    <a:lvl3pPr marL="881440" algn="l" rtl="0" fontAlgn="base">
      <a:spcBef>
        <a:spcPct val="0"/>
      </a:spcBef>
      <a:spcAft>
        <a:spcPct val="0"/>
      </a:spcAft>
      <a:defRPr sz="1542" kern="1200">
        <a:solidFill>
          <a:schemeClr val="tx1"/>
        </a:solidFill>
        <a:latin typeface="Arial" charset="0"/>
        <a:ea typeface="+mn-ea"/>
        <a:cs typeface="+mn-cs"/>
      </a:defRPr>
    </a:lvl3pPr>
    <a:lvl4pPr marL="1322162" algn="l" rtl="0" fontAlgn="base">
      <a:spcBef>
        <a:spcPct val="0"/>
      </a:spcBef>
      <a:spcAft>
        <a:spcPct val="0"/>
      </a:spcAft>
      <a:defRPr sz="1542" kern="1200">
        <a:solidFill>
          <a:schemeClr val="tx1"/>
        </a:solidFill>
        <a:latin typeface="Arial" charset="0"/>
        <a:ea typeface="+mn-ea"/>
        <a:cs typeface="+mn-cs"/>
      </a:defRPr>
    </a:lvl4pPr>
    <a:lvl5pPr marL="1762882" algn="l" rtl="0" fontAlgn="base">
      <a:spcBef>
        <a:spcPct val="0"/>
      </a:spcBef>
      <a:spcAft>
        <a:spcPct val="0"/>
      </a:spcAft>
      <a:defRPr sz="1542" kern="1200">
        <a:solidFill>
          <a:schemeClr val="tx1"/>
        </a:solidFill>
        <a:latin typeface="Arial" charset="0"/>
        <a:ea typeface="+mn-ea"/>
        <a:cs typeface="+mn-cs"/>
      </a:defRPr>
    </a:lvl5pPr>
    <a:lvl6pPr marL="2203602" algn="l" defTabSz="881440" rtl="0" eaLnBrk="1" latinLnBrk="0" hangingPunct="1">
      <a:defRPr sz="1542" kern="1200">
        <a:solidFill>
          <a:schemeClr val="tx1"/>
        </a:solidFill>
        <a:latin typeface="Arial" charset="0"/>
        <a:ea typeface="+mn-ea"/>
        <a:cs typeface="+mn-cs"/>
      </a:defRPr>
    </a:lvl6pPr>
    <a:lvl7pPr marL="2644322" algn="l" defTabSz="881440" rtl="0" eaLnBrk="1" latinLnBrk="0" hangingPunct="1">
      <a:defRPr sz="1542" kern="1200">
        <a:solidFill>
          <a:schemeClr val="tx1"/>
        </a:solidFill>
        <a:latin typeface="Arial" charset="0"/>
        <a:ea typeface="+mn-ea"/>
        <a:cs typeface="+mn-cs"/>
      </a:defRPr>
    </a:lvl7pPr>
    <a:lvl8pPr marL="3085042" algn="l" defTabSz="881440" rtl="0" eaLnBrk="1" latinLnBrk="0" hangingPunct="1">
      <a:defRPr sz="1542" kern="1200">
        <a:solidFill>
          <a:schemeClr val="tx1"/>
        </a:solidFill>
        <a:latin typeface="Arial" charset="0"/>
        <a:ea typeface="+mn-ea"/>
        <a:cs typeface="+mn-cs"/>
      </a:defRPr>
    </a:lvl8pPr>
    <a:lvl9pPr marL="3525762" algn="l" defTabSz="881440" rtl="0" eaLnBrk="1" latinLnBrk="0" hangingPunct="1">
      <a:defRPr sz="1542"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7255"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8F8EC"/>
    <a:srgbClr val="F4F6DD"/>
    <a:srgbClr val="EBE8CA"/>
    <a:srgbClr val="C6AE7F"/>
    <a:srgbClr val="CFBC92"/>
    <a:srgbClr val="D8CBA5"/>
    <a:srgbClr val="D0D0CE"/>
    <a:srgbClr val="BBBCBC"/>
    <a:srgbClr val="808080"/>
    <a:srgbClr val="0065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7" autoAdjust="0"/>
    <p:restoredTop sz="81739" autoAdjust="0"/>
  </p:normalViewPr>
  <p:slideViewPr>
    <p:cSldViewPr snapToGrid="0" snapToObjects="1">
      <p:cViewPr varScale="1">
        <p:scale>
          <a:sx n="62" d="100"/>
          <a:sy n="62" d="100"/>
        </p:scale>
        <p:origin x="3828" y="72"/>
      </p:cViewPr>
      <p:guideLst>
        <p:guide orient="horz" pos="7255"/>
        <p:guide/>
      </p:guideLst>
    </p:cSldViewPr>
  </p:slideViewPr>
  <p:notesTextViewPr>
    <p:cViewPr>
      <p:scale>
        <a:sx n="3" d="2"/>
        <a:sy n="3" d="2"/>
      </p:scale>
      <p:origin x="0" y="0"/>
    </p:cViewPr>
  </p:notesTextViewPr>
  <p:sorterViewPr>
    <p:cViewPr varScale="1">
      <p:scale>
        <a:sx n="1" d="1"/>
        <a:sy n="1" d="1"/>
      </p:scale>
      <p:origin x="0" y="0"/>
    </p:cViewPr>
  </p:sorterViewPr>
  <p:notesViewPr>
    <p:cSldViewPr snapToGrid="0" snapToObjects="1">
      <p:cViewPr varScale="1">
        <p:scale>
          <a:sx n="77" d="100"/>
          <a:sy n="77" d="100"/>
        </p:scale>
        <p:origin x="4008" y="108"/>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tags" Target="tags/tag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1562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idx="2"/>
          </p:nvPr>
        </p:nvSpPr>
        <p:spPr bwMode="auto">
          <a:xfrm>
            <a:off x="2289175" y="642938"/>
            <a:ext cx="2532063" cy="450373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p:cNvSpPr>
            <a:spLocks noGrp="1" noChangeArrowheads="1"/>
          </p:cNvSpPr>
          <p:nvPr>
            <p:ph type="body" sz="quarter" idx="3"/>
          </p:nvPr>
        </p:nvSpPr>
        <p:spPr bwMode="auto">
          <a:xfrm>
            <a:off x="575282" y="5499466"/>
            <a:ext cx="6053840"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127" name="Rectangle 7"/>
          <p:cNvSpPr>
            <a:spLocks noGrp="1" noChangeArrowheads="1"/>
          </p:cNvSpPr>
          <p:nvPr>
            <p:ph type="sldNum" sz="quarter" idx="5"/>
          </p:nvPr>
        </p:nvSpPr>
        <p:spPr bwMode="auto">
          <a:xfrm>
            <a:off x="6339810" y="9842083"/>
            <a:ext cx="563575" cy="190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spAutoFit/>
          </a:bodyPr>
          <a:lstStyle>
            <a:lvl1pPr algn="r">
              <a:defRPr sz="1200"/>
            </a:lvl1pPr>
          </a:lstStyle>
          <a:p>
            <a:pPr>
              <a:defRPr/>
            </a:pPr>
            <a:fld id="{3C3A632B-FBDE-46D4-BF6F-6D14421E6342}" type="slidenum">
              <a:rPr lang="en-US"/>
              <a:pPr>
                <a:defRPr/>
              </a:pPr>
              <a:t>‹#›</a:t>
            </a:fld>
            <a:endParaRPr lang="en-US" dirty="0"/>
          </a:p>
        </p:txBody>
      </p:sp>
      <p:sp>
        <p:nvSpPr>
          <p:cNvPr id="5128" name="doc id"/>
          <p:cNvSpPr>
            <a:spLocks noGrp="1" noChangeArrowheads="1"/>
          </p:cNvSpPr>
          <p:nvPr>
            <p:ph type="ftr" sz="quarter" idx="4"/>
          </p:nvPr>
        </p:nvSpPr>
        <p:spPr bwMode="auto">
          <a:xfrm>
            <a:off x="6903319" y="117993"/>
            <a:ext cx="65"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spAutoFit/>
          </a:bodyPr>
          <a:lstStyle>
            <a:lvl1pPr algn="r">
              <a:defRPr sz="800"/>
            </a:lvl1pPr>
          </a:lstStyle>
          <a:p>
            <a:pPr>
              <a:defRPr/>
            </a:pPr>
            <a:endParaRPr lang="en-US" dirty="0"/>
          </a:p>
        </p:txBody>
      </p:sp>
    </p:spTree>
    <p:extLst>
      <p:ext uri="{BB962C8B-B14F-4D97-AF65-F5344CB8AC3E}">
        <p14:creationId xmlns:p14="http://schemas.microsoft.com/office/powerpoint/2010/main" val="3303025599"/>
      </p:ext>
    </p:extLst>
  </p:cSld>
  <p:clrMap bg1="lt1" tx1="dk1" bg2="lt2" tx2="dk2" accent1="accent1" accent2="accent2" accent3="accent3" accent4="accent4" accent5="accent5" accent6="accent6" hlink="hlink" folHlink="folHlink"/>
  <p:notesStyle>
    <a:lvl1pPr algn="l" defTabSz="863077" rtl="0" eaLnBrk="0" fontAlgn="base" hangingPunct="0">
      <a:spcBef>
        <a:spcPct val="0"/>
      </a:spcBef>
      <a:spcAft>
        <a:spcPct val="0"/>
      </a:spcAft>
      <a:buClr>
        <a:schemeClr val="tx2"/>
      </a:buClr>
      <a:defRPr sz="1500" kern="1200" baseline="0">
        <a:solidFill>
          <a:schemeClr val="tx1"/>
        </a:solidFill>
        <a:latin typeface="Arial" charset="0"/>
        <a:ea typeface="+mn-ea"/>
        <a:cs typeface="+mn-cs"/>
      </a:defRPr>
    </a:lvl1pPr>
    <a:lvl2pPr marL="113242" indent="-111712" algn="l" defTabSz="863077" rtl="0" eaLnBrk="0" fontAlgn="base" hangingPunct="0">
      <a:spcBef>
        <a:spcPct val="0"/>
      </a:spcBef>
      <a:spcAft>
        <a:spcPct val="0"/>
      </a:spcAft>
      <a:buClr>
        <a:schemeClr val="tx2"/>
      </a:buClr>
      <a:buSzPct val="120000"/>
      <a:buFont typeface="Arial" charset="0"/>
      <a:buChar char="▪"/>
      <a:defRPr sz="1500" kern="1200" baseline="0">
        <a:solidFill>
          <a:schemeClr val="tx1"/>
        </a:solidFill>
        <a:latin typeface="Arial" charset="0"/>
        <a:ea typeface="+mn-ea"/>
        <a:cs typeface="+mn-cs"/>
      </a:defRPr>
    </a:lvl2pPr>
    <a:lvl3pPr marL="289224" indent="-174453" algn="l" defTabSz="863077" rtl="0" eaLnBrk="0" fontAlgn="base" hangingPunct="0">
      <a:spcBef>
        <a:spcPct val="0"/>
      </a:spcBef>
      <a:spcAft>
        <a:spcPct val="0"/>
      </a:spcAft>
      <a:buClr>
        <a:schemeClr val="tx2"/>
      </a:buClr>
      <a:buSzPct val="120000"/>
      <a:buFont typeface="Arial" charset="0"/>
      <a:buChar char="–"/>
      <a:defRPr sz="1500" kern="1200" baseline="0">
        <a:solidFill>
          <a:schemeClr val="tx1"/>
        </a:solidFill>
        <a:latin typeface="Arial" charset="0"/>
        <a:ea typeface="+mn-ea"/>
        <a:cs typeface="+mn-cs"/>
      </a:defRPr>
    </a:lvl3pPr>
    <a:lvl4pPr marL="411645" indent="-120892" algn="l" defTabSz="863077" rtl="0" eaLnBrk="0" fontAlgn="base" hangingPunct="0">
      <a:spcBef>
        <a:spcPct val="0"/>
      </a:spcBef>
      <a:spcAft>
        <a:spcPct val="0"/>
      </a:spcAft>
      <a:buClr>
        <a:schemeClr val="tx2"/>
      </a:buClr>
      <a:buFont typeface="Arial" charset="0"/>
      <a:buChar char="▫"/>
      <a:defRPr sz="1500" kern="1200" baseline="0">
        <a:solidFill>
          <a:schemeClr val="tx1"/>
        </a:solidFill>
        <a:latin typeface="Arial" charset="0"/>
        <a:ea typeface="+mn-ea"/>
        <a:cs typeface="+mn-cs"/>
      </a:defRPr>
    </a:lvl4pPr>
    <a:lvl5pPr marL="523356" indent="-110180" algn="l" defTabSz="863077" rtl="0" eaLnBrk="0" fontAlgn="base" hangingPunct="0">
      <a:spcBef>
        <a:spcPct val="0"/>
      </a:spcBef>
      <a:spcAft>
        <a:spcPct val="0"/>
      </a:spcAft>
      <a:buClr>
        <a:schemeClr val="tx2"/>
      </a:buClr>
      <a:buSzPct val="89000"/>
      <a:buFont typeface="Arial" charset="0"/>
      <a:buChar char="-"/>
      <a:defRPr sz="1500" kern="1200" baseline="0">
        <a:solidFill>
          <a:schemeClr val="tx1"/>
        </a:solidFill>
        <a:latin typeface="Arial" charset="0"/>
        <a:ea typeface="+mn-ea"/>
        <a:cs typeface="+mn-cs"/>
      </a:defRPr>
    </a:lvl5pPr>
    <a:lvl6pPr marL="2203602" algn="l" defTabSz="881440" rtl="0" eaLnBrk="1" latinLnBrk="0" hangingPunct="1">
      <a:defRPr sz="1156" kern="1200">
        <a:solidFill>
          <a:schemeClr val="tx1"/>
        </a:solidFill>
        <a:latin typeface="+mn-lt"/>
        <a:ea typeface="+mn-ea"/>
        <a:cs typeface="+mn-cs"/>
      </a:defRPr>
    </a:lvl6pPr>
    <a:lvl7pPr marL="2644322" algn="l" defTabSz="881440" rtl="0" eaLnBrk="1" latinLnBrk="0" hangingPunct="1">
      <a:defRPr sz="1156" kern="1200">
        <a:solidFill>
          <a:schemeClr val="tx1"/>
        </a:solidFill>
        <a:latin typeface="+mn-lt"/>
        <a:ea typeface="+mn-ea"/>
        <a:cs typeface="+mn-cs"/>
      </a:defRPr>
    </a:lvl7pPr>
    <a:lvl8pPr marL="3085042" algn="l" defTabSz="881440" rtl="0" eaLnBrk="1" latinLnBrk="0" hangingPunct="1">
      <a:defRPr sz="1156" kern="1200">
        <a:solidFill>
          <a:schemeClr val="tx1"/>
        </a:solidFill>
        <a:latin typeface="+mn-lt"/>
        <a:ea typeface="+mn-ea"/>
        <a:cs typeface="+mn-cs"/>
      </a:defRPr>
    </a:lvl8pPr>
    <a:lvl9pPr marL="3525762" algn="l" defTabSz="881440" rtl="0" eaLnBrk="1" latinLnBrk="0" hangingPunct="1">
      <a:defRPr sz="115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 Hynix absorbed demand from AI data centers with HBM, high-layer NAND, and enterprise storage devices.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captured AI data center demand with HBM, high-layer NAND, and enterprise SSDs, and differentiated itself through global customer certification, mass production capability, and advanced packaging with high yield.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most recent quarter, revenue increased significantly due to rising memory prices, growing AI server demand, higher shipment volumes, and an improved mix of premium products.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 profit in 25Q1 and 25Q4 steadily increased, surged in 26Q1, and was significantly higher than the same period last year due to rising memory prices, AI demand, and improved factory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Delays in expanding high-bandwidth memory for AI servers, delayed recovery in general-purpose memory demand, and restrictions related to China, along with overseas production constraints, are affecting market share, pricing, and investment efficiency.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improving thanks to demand for AI servers, data centers, enterprise storage devices, and increased memory prices and shipment volumes, while risks from China, overseas production, and policy remain.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_titl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89B10D-33A5-CCB0-EBC1-7A299DBAC344}"/>
              </a:ext>
            </a:extLst>
          </p:cNvPr>
          <p:cNvSpPr>
            <a:spLocks noGrp="1"/>
          </p:cNvSpPr>
          <p:nvPr>
            <p:ph type="title" hasCustomPrompt="1"/>
          </p:nvPr>
        </p:nvSpPr>
        <p:spPr>
          <a:xfrm>
            <a:off x="576082" y="3563719"/>
            <a:ext cx="5316634" cy="1630363"/>
          </a:xfrm>
          <a:prstGeom prst="rect">
            <a:avLst/>
          </a:prstGeom>
        </p:spPr>
        <p:txBody>
          <a:bodyPr/>
          <a:lstStyle>
            <a:lvl1pPr latinLnBrk="0">
              <a:defRPr/>
            </a:lvl1pPr>
          </a:lstStyle>
          <a:p>
            <a:r>
              <a:rPr lang="en-US" altLang="ko-KR" dirty="0"/>
              <a:t>Title</a:t>
            </a:r>
            <a:endParaRPr lang="ko-KR" altLang="en-US" dirty="0"/>
          </a:p>
        </p:txBody>
      </p:sp>
      <p:sp>
        <p:nvSpPr>
          <p:cNvPr id="6" name="텍스트 개체 틀 5">
            <a:extLst>
              <a:ext uri="{FF2B5EF4-FFF2-40B4-BE49-F238E27FC236}">
                <a16:creationId xmlns:a16="http://schemas.microsoft.com/office/drawing/2014/main" id="{367AAAF6-2C7C-E88E-0533-DB11A90B7AF1}"/>
              </a:ext>
            </a:extLst>
          </p:cNvPr>
          <p:cNvSpPr>
            <a:spLocks noGrp="1"/>
          </p:cNvSpPr>
          <p:nvPr>
            <p:ph type="body" sz="quarter" idx="11" hasCustomPrompt="1"/>
          </p:nvPr>
        </p:nvSpPr>
        <p:spPr>
          <a:xfrm>
            <a:off x="446087" y="7603573"/>
            <a:ext cx="5587999" cy="597693"/>
          </a:xfrm>
          <a:prstGeom prst="rect">
            <a:avLst/>
          </a:prstGeom>
        </p:spPr>
        <p:txBody>
          <a:bodyPr/>
          <a:lstStyle>
            <a:lvl1pPr>
              <a:defRPr lang="ko-KR" altLang="en-US" sz="4000" b="1" baseline="0" dirty="0">
                <a:solidFill>
                  <a:schemeClr val="accent5"/>
                </a:solidFill>
                <a:latin typeface="+mn-lt"/>
                <a:ea typeface="+mn-ea"/>
                <a:cs typeface="+mn-cs"/>
              </a:defRPr>
            </a:lvl1pPr>
          </a:lstStyle>
          <a:p>
            <a:pPr marL="0" lvl="0" indent="0" algn="l" defTabSz="242728" rtl="0" eaLnBrk="1" fontAlgn="base" latinLnBrk="1" hangingPunct="1">
              <a:spcBef>
                <a:spcPct val="0"/>
              </a:spcBef>
              <a:spcAft>
                <a:spcPts val="54"/>
              </a:spcAft>
              <a:buClr>
                <a:schemeClr val="tx2"/>
              </a:buClr>
            </a:pPr>
            <a:r>
              <a:rPr lang="en-US" altLang="ko-KR" dirty="0"/>
              <a:t>2000-00-00</a:t>
            </a:r>
            <a:endParaRPr lang="ko-KR" altLang="en-US" dirty="0"/>
          </a:p>
        </p:txBody>
      </p:sp>
      <p:sp>
        <p:nvSpPr>
          <p:cNvPr id="3" name="TextBox 2">
            <a:extLst>
              <a:ext uri="{FF2B5EF4-FFF2-40B4-BE49-F238E27FC236}">
                <a16:creationId xmlns:a16="http://schemas.microsoft.com/office/drawing/2014/main" id="{907976FF-C479-F920-584B-F2B8BDD0BFA5}"/>
              </a:ext>
            </a:extLst>
          </p:cNvPr>
          <p:cNvSpPr txBox="1"/>
          <p:nvPr userDrawn="1"/>
        </p:nvSpPr>
        <p:spPr>
          <a:xfrm>
            <a:off x="434713" y="2520366"/>
            <a:ext cx="5599373" cy="477054"/>
          </a:xfrm>
          <a:prstGeom prst="rect">
            <a:avLst/>
          </a:prstGeom>
          <a:noFill/>
        </p:spPr>
        <p:txBody>
          <a:bodyPr wrap="square" rtlCol="0">
            <a:spAutoFit/>
          </a:bodyPr>
          <a:lstStyle/>
          <a:p>
            <a:pPr marL="0" lvl="0" indent="0" algn="l" defTabSz="242728" rtl="0" eaLnBrk="1" fontAlgn="base" latinLnBrk="1" hangingPunct="1">
              <a:spcBef>
                <a:spcPct val="0"/>
              </a:spcBef>
              <a:spcAft>
                <a:spcPts val="54"/>
              </a:spcAft>
              <a:buClr>
                <a:schemeClr val="tx2"/>
              </a:buClr>
            </a:pPr>
            <a:r>
              <a:rPr lang="en-US" altLang="ko-KR" sz="2500" b="1" baseline="0" dirty="0">
                <a:solidFill>
                  <a:schemeClr val="accent5"/>
                </a:solidFill>
                <a:latin typeface="+mn-lt"/>
                <a:ea typeface="+mn-ea"/>
                <a:cs typeface="+mn-cs"/>
              </a:rPr>
              <a:t>13sec cut - Learn a company!</a:t>
            </a:r>
            <a:endParaRPr lang="ko-KR" altLang="en-US" sz="2500" b="1" baseline="0" dirty="0">
              <a:solidFill>
                <a:schemeClr val="accent5"/>
              </a:solidFill>
              <a:latin typeface="+mn-lt"/>
              <a:ea typeface="+mn-ea"/>
              <a:cs typeface="+mn-cs"/>
            </a:endParaRPr>
          </a:p>
        </p:txBody>
      </p:sp>
      <p:sp>
        <p:nvSpPr>
          <p:cNvPr id="5" name="TextBox 4">
            <a:extLst>
              <a:ext uri="{FF2B5EF4-FFF2-40B4-BE49-F238E27FC236}">
                <a16:creationId xmlns:a16="http://schemas.microsoft.com/office/drawing/2014/main" id="{D25AFC82-11A7-7B70-6FA5-00DB947B2489}"/>
              </a:ext>
            </a:extLst>
          </p:cNvPr>
          <p:cNvSpPr txBox="1"/>
          <p:nvPr userDrawn="1"/>
        </p:nvSpPr>
        <p:spPr>
          <a:xfrm>
            <a:off x="434713" y="8352573"/>
            <a:ext cx="4796853" cy="523220"/>
          </a:xfrm>
          <a:prstGeom prst="rect">
            <a:avLst/>
          </a:prstGeom>
          <a:noFill/>
        </p:spPr>
        <p:txBody>
          <a:bodyPr wrap="square" rtlCol="0">
            <a:spAutoFit/>
          </a:bodyPr>
          <a:lstStyle/>
          <a:p>
            <a:pPr marL="0" lvl="0" indent="0" algn="l" defTabSz="242728" rtl="0" eaLnBrk="1" fontAlgn="base" latinLnBrk="1" hangingPunct="1">
              <a:spcBef>
                <a:spcPct val="0"/>
              </a:spcBef>
              <a:spcAft>
                <a:spcPts val="54"/>
              </a:spcAft>
              <a:buClr>
                <a:schemeClr val="tx2"/>
              </a:buClr>
            </a:pPr>
            <a:r>
              <a:rPr lang="en-US" altLang="ko-KR" sz="2800" b="1" baseline="0" dirty="0">
                <a:solidFill>
                  <a:schemeClr val="accent5"/>
                </a:solidFill>
                <a:latin typeface="+mn-lt"/>
                <a:ea typeface="+mn-ea"/>
                <a:cs typeface="+mn-cs"/>
              </a:rPr>
              <a:t>Quarterly Performances</a:t>
            </a:r>
            <a:endParaRPr lang="ko-KR" altLang="en-US" sz="2800" b="1" baseline="0" dirty="0">
              <a:solidFill>
                <a:schemeClr val="accent5"/>
              </a:solidFill>
              <a:latin typeface="+mn-lt"/>
              <a:ea typeface="+mn-ea"/>
              <a:cs typeface="+mn-cs"/>
            </a:endParaRPr>
          </a:p>
        </p:txBody>
      </p:sp>
    </p:spTree>
    <p:extLst>
      <p:ext uri="{BB962C8B-B14F-4D97-AF65-F5344CB8AC3E}">
        <p14:creationId xmlns:p14="http://schemas.microsoft.com/office/powerpoint/2010/main" val="207476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yout_imag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F5E890F-5725-B35B-EE34-75037AED2252}"/>
              </a:ext>
            </a:extLst>
          </p:cNvPr>
          <p:cNvSpPr>
            <a:spLocks noGrp="1"/>
          </p:cNvSpPr>
          <p:nvPr>
            <p:ph type="title" hasCustomPrompt="1"/>
          </p:nvPr>
        </p:nvSpPr>
        <p:spPr>
          <a:xfrm>
            <a:off x="589160" y="770598"/>
            <a:ext cx="5444928" cy="1616075"/>
          </a:xfrm>
          <a:prstGeom prst="rect">
            <a:avLst/>
          </a:prstGeom>
        </p:spPr>
        <p:txBody>
          <a:bodyPr anchor="b" anchorCtr="0"/>
          <a:lstStyle>
            <a:lvl1pPr latinLnBrk="0">
              <a:defRPr/>
            </a:lvl1pPr>
          </a:lstStyle>
          <a:p>
            <a:r>
              <a:rPr lang="en-US" altLang="ko-KR" dirty="0"/>
              <a:t>Title</a:t>
            </a:r>
            <a:endParaRPr lang="ko-KR" altLang="en-US" dirty="0"/>
          </a:p>
        </p:txBody>
      </p:sp>
      <p:sp>
        <p:nvSpPr>
          <p:cNvPr id="4" name="텍스트 개체 틀 3">
            <a:extLst>
              <a:ext uri="{FF2B5EF4-FFF2-40B4-BE49-F238E27FC236}">
                <a16:creationId xmlns:a16="http://schemas.microsoft.com/office/drawing/2014/main" id="{143C5BE8-B703-D56E-C629-81CAEBE30C7C}"/>
              </a:ext>
            </a:extLst>
          </p:cNvPr>
          <p:cNvSpPr>
            <a:spLocks noGrp="1"/>
          </p:cNvSpPr>
          <p:nvPr>
            <p:ph type="body" sz="quarter" idx="10" hasCustomPrompt="1"/>
          </p:nvPr>
        </p:nvSpPr>
        <p:spPr>
          <a:xfrm>
            <a:off x="589160" y="2471079"/>
            <a:ext cx="5444928" cy="585788"/>
          </a:xfrm>
          <a:prstGeom prst="rect">
            <a:avLst/>
          </a:prstGeom>
        </p:spPr>
        <p:txBody>
          <a:bodyPr/>
          <a:lstStyle>
            <a:lvl1pPr algn="l">
              <a:defRPr lang="ko-KR" altLang="en-US" sz="3000" b="1" baseline="0" dirty="0">
                <a:solidFill>
                  <a:schemeClr val="accent5"/>
                </a:solidFill>
                <a:latin typeface="+mn-lt"/>
                <a:ea typeface="+mn-ea"/>
                <a:cs typeface="+mn-cs"/>
              </a:defRPr>
            </a:lvl1pPr>
          </a:lstStyle>
          <a:p>
            <a:pPr marL="0" lvl="0" indent="0" algn="l" defTabSz="242728" rtl="0" eaLnBrk="1" fontAlgn="base" latinLnBrk="1" hangingPunct="1">
              <a:spcBef>
                <a:spcPct val="0"/>
              </a:spcBef>
              <a:spcAft>
                <a:spcPts val="54"/>
              </a:spcAft>
              <a:buClr>
                <a:schemeClr val="tx2"/>
              </a:buClr>
            </a:pPr>
            <a:r>
              <a:rPr lang="en-US" altLang="ko-KR" dirty="0"/>
              <a:t>Subtitle</a:t>
            </a:r>
            <a:endParaRPr lang="ko-KR" altLang="en-US" dirty="0"/>
          </a:p>
        </p:txBody>
      </p:sp>
      <p:sp>
        <p:nvSpPr>
          <p:cNvPr id="6" name="그림 개체 틀 5">
            <a:extLst>
              <a:ext uri="{FF2B5EF4-FFF2-40B4-BE49-F238E27FC236}">
                <a16:creationId xmlns:a16="http://schemas.microsoft.com/office/drawing/2014/main" id="{87FB6A68-F40A-56ED-204B-54338D01D73E}"/>
              </a:ext>
            </a:extLst>
          </p:cNvPr>
          <p:cNvSpPr>
            <a:spLocks noGrp="1"/>
          </p:cNvSpPr>
          <p:nvPr>
            <p:ph type="pic" sz="quarter" idx="11"/>
          </p:nvPr>
        </p:nvSpPr>
        <p:spPr>
          <a:xfrm>
            <a:off x="454088" y="3143242"/>
            <a:ext cx="5580000" cy="5580000"/>
          </a:xfrm>
          <a:prstGeom prst="rect">
            <a:avLst/>
          </a:prstGeom>
        </p:spPr>
        <p:txBody>
          <a:bodyPr/>
          <a:lstStyle>
            <a:lvl1pPr>
              <a:defRPr sz="2000" baseline="0"/>
            </a:lvl1pPr>
          </a:lstStyle>
          <a:p>
            <a:endParaRPr lang="ko-KR" altLang="en-US" dirty="0"/>
          </a:p>
        </p:txBody>
      </p:sp>
      <p:sp>
        <p:nvSpPr>
          <p:cNvPr id="7" name="텍스트 개체 틀 3">
            <a:extLst>
              <a:ext uri="{FF2B5EF4-FFF2-40B4-BE49-F238E27FC236}">
                <a16:creationId xmlns:a16="http://schemas.microsoft.com/office/drawing/2014/main" id="{A98C0711-AF8E-5545-1001-26EC623A7F3E}"/>
              </a:ext>
            </a:extLst>
          </p:cNvPr>
          <p:cNvSpPr>
            <a:spLocks noGrp="1"/>
          </p:cNvSpPr>
          <p:nvPr>
            <p:ph type="body" sz="quarter" idx="12" hasCustomPrompt="1"/>
          </p:nvPr>
        </p:nvSpPr>
        <p:spPr>
          <a:xfrm>
            <a:off x="590840" y="8766972"/>
            <a:ext cx="5443248" cy="1345991"/>
          </a:xfrm>
          <a:prstGeom prst="rect">
            <a:avLst/>
          </a:prstGeom>
        </p:spPr>
        <p:txBody>
          <a:bodyPr/>
          <a:lstStyle>
            <a:lvl1pPr algn="l">
              <a:defRPr lang="ko-KR" altLang="en-US" sz="2500" b="0" baseline="0" dirty="0">
                <a:solidFill>
                  <a:schemeClr val="tx1"/>
                </a:solidFill>
                <a:latin typeface="+mn-lt"/>
                <a:ea typeface="+mn-ea"/>
                <a:cs typeface="+mn-cs"/>
              </a:defRPr>
            </a:lvl1pPr>
          </a:lstStyle>
          <a:p>
            <a:pPr marL="0" lvl="0" indent="0" algn="l" defTabSz="242728" rtl="0" eaLnBrk="1" fontAlgn="base" latinLnBrk="1" hangingPunct="1">
              <a:spcBef>
                <a:spcPct val="0"/>
              </a:spcBef>
              <a:spcAft>
                <a:spcPts val="54"/>
              </a:spcAft>
              <a:buClr>
                <a:schemeClr val="tx2"/>
              </a:buClr>
            </a:pPr>
            <a:r>
              <a:rPr lang="en-US" altLang="ko-KR" dirty="0"/>
              <a:t>Desc</a:t>
            </a:r>
            <a:endParaRPr lang="ko-KR" altLang="en-US" dirty="0"/>
          </a:p>
        </p:txBody>
      </p:sp>
    </p:spTree>
    <p:extLst>
      <p:ext uri="{BB962C8B-B14F-4D97-AF65-F5344CB8AC3E}">
        <p14:creationId xmlns:p14="http://schemas.microsoft.com/office/powerpoint/2010/main" val="178827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_bullet">
    <p:spTree>
      <p:nvGrpSpPr>
        <p:cNvPr id="1" name=""/>
        <p:cNvGrpSpPr/>
        <p:nvPr/>
      </p:nvGrpSpPr>
      <p:grpSpPr>
        <a:xfrm>
          <a:off x="0" y="0"/>
          <a:ext cx="0" cy="0"/>
          <a:chOff x="0" y="0"/>
          <a:chExt cx="0" cy="0"/>
        </a:xfrm>
      </p:grpSpPr>
      <p:sp>
        <p:nvSpPr>
          <p:cNvPr id="3" name="제목 1">
            <a:extLst>
              <a:ext uri="{FF2B5EF4-FFF2-40B4-BE49-F238E27FC236}">
                <a16:creationId xmlns:a16="http://schemas.microsoft.com/office/drawing/2014/main" id="{B8C847A7-4649-7672-7AAE-D0EBC9D485E6}"/>
              </a:ext>
            </a:extLst>
          </p:cNvPr>
          <p:cNvSpPr>
            <a:spLocks noGrp="1"/>
          </p:cNvSpPr>
          <p:nvPr>
            <p:ph type="title" hasCustomPrompt="1"/>
          </p:nvPr>
        </p:nvSpPr>
        <p:spPr>
          <a:xfrm>
            <a:off x="590840" y="770594"/>
            <a:ext cx="5443248" cy="1616075"/>
          </a:xfrm>
          <a:prstGeom prst="rect">
            <a:avLst/>
          </a:prstGeom>
        </p:spPr>
        <p:txBody>
          <a:bodyPr anchor="b" anchorCtr="0"/>
          <a:lstStyle>
            <a:lvl1pPr latinLnBrk="0">
              <a:defRPr/>
            </a:lvl1pPr>
          </a:lstStyle>
          <a:p>
            <a:r>
              <a:rPr lang="en-US" altLang="ko-KR" dirty="0"/>
              <a:t>Title</a:t>
            </a:r>
            <a:endParaRPr lang="ko-KR" altLang="en-US" dirty="0"/>
          </a:p>
        </p:txBody>
      </p:sp>
      <p:sp>
        <p:nvSpPr>
          <p:cNvPr id="4" name="텍스트 개체 틀 3">
            <a:extLst>
              <a:ext uri="{FF2B5EF4-FFF2-40B4-BE49-F238E27FC236}">
                <a16:creationId xmlns:a16="http://schemas.microsoft.com/office/drawing/2014/main" id="{A92A54D7-0E39-47DD-F299-49B2047D9A56}"/>
              </a:ext>
            </a:extLst>
          </p:cNvPr>
          <p:cNvSpPr>
            <a:spLocks noGrp="1"/>
          </p:cNvSpPr>
          <p:nvPr>
            <p:ph type="body" sz="quarter" idx="10" hasCustomPrompt="1"/>
          </p:nvPr>
        </p:nvSpPr>
        <p:spPr>
          <a:xfrm>
            <a:off x="590840" y="2472008"/>
            <a:ext cx="5443248" cy="585788"/>
          </a:xfrm>
          <a:prstGeom prst="rect">
            <a:avLst/>
          </a:prstGeom>
        </p:spPr>
        <p:txBody>
          <a:bodyPr/>
          <a:lstStyle>
            <a:lvl1pPr algn="l">
              <a:defRPr lang="ko-KR" altLang="en-US" sz="3000" b="1" baseline="0" dirty="0">
                <a:solidFill>
                  <a:schemeClr val="accent5"/>
                </a:solidFill>
                <a:latin typeface="+mn-lt"/>
                <a:ea typeface="+mn-ea"/>
                <a:cs typeface="+mn-cs"/>
              </a:defRPr>
            </a:lvl1pPr>
          </a:lstStyle>
          <a:p>
            <a:pPr marL="0" lvl="0" indent="0" algn="l" defTabSz="242728" rtl="0" eaLnBrk="1" fontAlgn="base" latinLnBrk="1" hangingPunct="1">
              <a:spcBef>
                <a:spcPct val="0"/>
              </a:spcBef>
              <a:spcAft>
                <a:spcPts val="54"/>
              </a:spcAft>
              <a:buClr>
                <a:schemeClr val="tx2"/>
              </a:buClr>
            </a:pPr>
            <a:r>
              <a:rPr lang="en-US" altLang="ko-KR" dirty="0"/>
              <a:t>Subtitle</a:t>
            </a:r>
            <a:endParaRPr lang="ko-KR" altLang="en-US" dirty="0"/>
          </a:p>
        </p:txBody>
      </p:sp>
      <p:sp>
        <p:nvSpPr>
          <p:cNvPr id="6" name="텍스트 개체 틀 3">
            <a:extLst>
              <a:ext uri="{FF2B5EF4-FFF2-40B4-BE49-F238E27FC236}">
                <a16:creationId xmlns:a16="http://schemas.microsoft.com/office/drawing/2014/main" id="{EA339F74-C5E9-9BE9-4D8E-B5D70616F18F}"/>
              </a:ext>
            </a:extLst>
          </p:cNvPr>
          <p:cNvSpPr>
            <a:spLocks noGrp="1"/>
          </p:cNvSpPr>
          <p:nvPr>
            <p:ph type="body" sz="quarter" idx="12" hasCustomPrompt="1"/>
          </p:nvPr>
        </p:nvSpPr>
        <p:spPr>
          <a:xfrm>
            <a:off x="590839" y="3860602"/>
            <a:ext cx="5443247" cy="7067665"/>
          </a:xfrm>
          <a:prstGeom prst="rect">
            <a:avLst/>
          </a:prstGeom>
        </p:spPr>
        <p:txBody>
          <a:bodyPr/>
          <a:lstStyle>
            <a:lvl1pPr algn="l">
              <a:defRPr lang="ko-KR" altLang="en-US" sz="2500" b="1" baseline="0" dirty="0">
                <a:solidFill>
                  <a:schemeClr val="tx1"/>
                </a:solidFill>
                <a:latin typeface="+mn-lt"/>
                <a:ea typeface="+mn-ea"/>
                <a:cs typeface="+mn-cs"/>
              </a:defRPr>
            </a:lvl1pPr>
          </a:lstStyle>
          <a:p>
            <a:pPr marL="0" lvl="0" indent="0" algn="l" defTabSz="242728" rtl="0" eaLnBrk="1" fontAlgn="base" latinLnBrk="1" hangingPunct="1">
              <a:spcBef>
                <a:spcPct val="0"/>
              </a:spcBef>
              <a:spcAft>
                <a:spcPts val="54"/>
              </a:spcAft>
              <a:buClr>
                <a:schemeClr val="tx2"/>
              </a:buClr>
            </a:pPr>
            <a:r>
              <a:rPr lang="en-US" altLang="ko-KR" dirty="0"/>
              <a:t>Desc</a:t>
            </a:r>
            <a:endParaRPr lang="ko-KR" altLang="en-US" dirty="0"/>
          </a:p>
        </p:txBody>
      </p:sp>
    </p:spTree>
    <p:extLst>
      <p:ext uri="{BB962C8B-B14F-4D97-AF65-F5344CB8AC3E}">
        <p14:creationId xmlns:p14="http://schemas.microsoft.com/office/powerpoint/2010/main" val="3036984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_clos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D2FB13-3CE6-0092-F7FC-6E5DEA106847}"/>
              </a:ext>
            </a:extLst>
          </p:cNvPr>
          <p:cNvSpPr>
            <a:spLocks noGrp="1"/>
          </p:cNvSpPr>
          <p:nvPr>
            <p:ph type="title" hasCustomPrompt="1"/>
          </p:nvPr>
        </p:nvSpPr>
        <p:spPr>
          <a:xfrm>
            <a:off x="590838" y="4080706"/>
            <a:ext cx="5261322" cy="1616075"/>
          </a:xfrm>
          <a:prstGeom prst="rect">
            <a:avLst/>
          </a:prstGeom>
        </p:spPr>
        <p:txBody>
          <a:bodyPr anchor="b" anchorCtr="0"/>
          <a:lstStyle>
            <a:lvl1pPr latinLnBrk="0">
              <a:defRPr/>
            </a:lvl1pPr>
          </a:lstStyle>
          <a:p>
            <a:r>
              <a:rPr lang="en-US" altLang="ko-KR" dirty="0"/>
              <a:t>Title</a:t>
            </a:r>
            <a:endParaRPr lang="ko-KR" altLang="en-US" dirty="0"/>
          </a:p>
        </p:txBody>
      </p:sp>
      <p:sp>
        <p:nvSpPr>
          <p:cNvPr id="5" name="텍스트 개체 틀 3">
            <a:extLst>
              <a:ext uri="{FF2B5EF4-FFF2-40B4-BE49-F238E27FC236}">
                <a16:creationId xmlns:a16="http://schemas.microsoft.com/office/drawing/2014/main" id="{888E7EBC-899B-0315-E3F8-412B3926175C}"/>
              </a:ext>
            </a:extLst>
          </p:cNvPr>
          <p:cNvSpPr>
            <a:spLocks noGrp="1"/>
          </p:cNvSpPr>
          <p:nvPr>
            <p:ph type="body" sz="quarter" idx="10" hasCustomPrompt="1"/>
          </p:nvPr>
        </p:nvSpPr>
        <p:spPr>
          <a:xfrm>
            <a:off x="590838" y="6114367"/>
            <a:ext cx="5261322" cy="585788"/>
          </a:xfrm>
          <a:prstGeom prst="rect">
            <a:avLst/>
          </a:prstGeom>
        </p:spPr>
        <p:txBody>
          <a:bodyPr/>
          <a:lstStyle>
            <a:lvl1pPr algn="l">
              <a:defRPr lang="ko-KR" altLang="en-US" sz="3000" b="1" baseline="0" dirty="0">
                <a:solidFill>
                  <a:schemeClr val="accent5"/>
                </a:solidFill>
                <a:latin typeface="+mn-lt"/>
                <a:ea typeface="+mn-ea"/>
                <a:cs typeface="+mn-cs"/>
              </a:defRPr>
            </a:lvl1pPr>
          </a:lstStyle>
          <a:p>
            <a:pPr marL="0" lvl="0" indent="0" algn="l" defTabSz="242728" rtl="0" eaLnBrk="1" fontAlgn="base" latinLnBrk="1" hangingPunct="1">
              <a:spcBef>
                <a:spcPct val="0"/>
              </a:spcBef>
              <a:spcAft>
                <a:spcPts val="54"/>
              </a:spcAft>
              <a:buClr>
                <a:schemeClr val="tx2"/>
              </a:buClr>
            </a:pPr>
            <a:r>
              <a:rPr lang="en-US" altLang="ko-KR" dirty="0"/>
              <a:t>Subtitle</a:t>
            </a:r>
            <a:endParaRPr lang="ko-KR" altLang="en-US" dirty="0"/>
          </a:p>
        </p:txBody>
      </p:sp>
    </p:spTree>
    <p:extLst>
      <p:ext uri="{BB962C8B-B14F-4D97-AF65-F5344CB8AC3E}">
        <p14:creationId xmlns:p14="http://schemas.microsoft.com/office/powerpoint/2010/main" val="10588545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tags" Target="../tags/tag2.xml"/><Relationship Id="rId7" Type="http://schemas.openxmlformats.org/officeDocument/2006/relationships/tags" Target="../tags/tag3.xml"/><Relationship Id="rId8" Type="http://schemas.openxmlformats.org/officeDocument/2006/relationships/tags" Target="../tags/tag4.xml"/><Relationship Id="rId9" Type="http://schemas.openxmlformats.org/officeDocument/2006/relationships/tags" Target="../tags/tag5.xml"/><Relationship Id="rId10" Type="http://schemas.openxmlformats.org/officeDocument/2006/relationships/tags" Target="../tags/tag6.xml"/><Relationship Id="rId11" Type="http://schemas.openxmlformats.org/officeDocument/2006/relationships/tags" Target="../tags/tag7.xml"/><Relationship Id="rId12" Type="http://schemas.openxmlformats.org/officeDocument/2006/relationships/tags" Target="../tags/tag8.xml"/><Relationship Id="rId13" Type="http://schemas.openxmlformats.org/officeDocument/2006/relationships/oleObject" Target="../embeddings/oleObject1.bin"/><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직사각형 17"/>
          <p:cNvSpPr/>
          <p:nvPr userDrawn="1"/>
        </p:nvSpPr>
        <p:spPr>
          <a:xfrm>
            <a:off x="0" y="2"/>
            <a:ext cx="6480175" cy="11520488"/>
          </a:xfrm>
          <a:prstGeom prst="rect">
            <a:avLst/>
          </a:prstGeom>
          <a:solidFill>
            <a:srgbClr val="F8F8EC"/>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34" dirty="0" err="1">
              <a:solidFill>
                <a:schemeClr val="tx1"/>
              </a:solidFill>
            </a:endParaRPr>
          </a:p>
        </p:txBody>
      </p:sp>
      <p:graphicFrame>
        <p:nvGraphicFramePr>
          <p:cNvPr id="2" name="Object 1" hidden="1"/>
          <p:cNvGraphicFramePr>
            <a:graphicFrameLocks noChangeAspect="1"/>
          </p:cNvGraphicFramePr>
          <p:nvPr>
            <p:custDataLst>
              <p:tags r:id="rId6"/>
            </p:custDataLst>
            <p:extLst>
              <p:ext uri="{D42A27DB-BD31-4B8C-83A1-F6EECF244321}">
                <p14:modId xmlns:p14="http://schemas.microsoft.com/office/powerpoint/2010/main" val="3227576886"/>
              </p:ext>
            </p:extLst>
          </p:nvPr>
        </p:nvGraphicFramePr>
        <p:xfrm>
          <a:off x="0" y="1"/>
          <a:ext cx="114796" cy="272096"/>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0" name=""/>
                      <p:cNvPicPr/>
                      <p:nvPr/>
                    </p:nvPicPr>
                    <p:blipFill>
                      <a:blip r:embed="rId14"/>
                      <a:stretch>
                        <a:fillRect/>
                      </a:stretch>
                    </p:blipFill>
                    <p:spPr>
                      <a:xfrm>
                        <a:off x="0" y="1"/>
                        <a:ext cx="114796" cy="272096"/>
                      </a:xfrm>
                      <a:prstGeom prst="rect">
                        <a:avLst/>
                      </a:prstGeom>
                    </p:spPr>
                  </p:pic>
                </p:oleObj>
              </mc:Fallback>
            </mc:AlternateContent>
          </a:graphicData>
        </a:graphic>
      </p:graphicFrame>
      <p:sp>
        <p:nvSpPr>
          <p:cNvPr id="1034" name="Working Draft" hidden="1"/>
          <p:cNvSpPr txBox="1">
            <a:spLocks noChangeArrowheads="1"/>
          </p:cNvSpPr>
          <p:nvPr>
            <p:custDataLst>
              <p:tags r:id="rId7"/>
            </p:custDataLst>
          </p:nvPr>
        </p:nvSpPr>
        <p:spPr bwMode="auto">
          <a:xfrm rot="5400000">
            <a:off x="6153950" y="3392731"/>
            <a:ext cx="551433" cy="25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63" baseline="0" noProof="0">
                <a:latin typeface="+mn-lt"/>
                <a:ea typeface="+mn-ea"/>
              </a:rPr>
              <a:t>Last Modified 2013-03-12 </a:t>
            </a:r>
            <a:r>
              <a:rPr lang="ko-KR" altLang="en-US" sz="163" baseline="0" noProof="0">
                <a:latin typeface="+mn-lt"/>
                <a:ea typeface="+mn-ea"/>
              </a:rPr>
              <a:t>오전 </a:t>
            </a:r>
            <a:r>
              <a:rPr lang="en-US" altLang="ko-KR" sz="163" baseline="0" noProof="0">
                <a:latin typeface="+mn-lt"/>
                <a:ea typeface="+mn-ea"/>
              </a:rPr>
              <a:t>12:01 </a:t>
            </a:r>
            <a:r>
              <a:rPr lang="en-US" sz="163" baseline="0" noProof="0">
                <a:latin typeface="+mn-lt"/>
                <a:ea typeface="+mn-ea"/>
              </a:rPr>
              <a:t>Korea Standard Time</a:t>
            </a:r>
            <a:endParaRPr lang="en-US" sz="434" baseline="0" noProof="0" dirty="0">
              <a:latin typeface="+mn-lt"/>
              <a:ea typeface="+mn-ea"/>
            </a:endParaRPr>
          </a:p>
        </p:txBody>
      </p:sp>
      <p:sp>
        <p:nvSpPr>
          <p:cNvPr id="1035" name="Printed" hidden="1"/>
          <p:cNvSpPr txBox="1">
            <a:spLocks noChangeArrowheads="1"/>
          </p:cNvSpPr>
          <p:nvPr>
            <p:custDataLst>
              <p:tags r:id="rId8"/>
            </p:custDataLst>
          </p:nvPr>
        </p:nvSpPr>
        <p:spPr bwMode="auto">
          <a:xfrm rot="5400000">
            <a:off x="6189217" y="7118631"/>
            <a:ext cx="480901" cy="25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63" baseline="0" noProof="0">
                <a:latin typeface="+mn-lt"/>
                <a:ea typeface="+mn-ea"/>
              </a:rPr>
              <a:t>Printed 2013-03-11 </a:t>
            </a:r>
            <a:r>
              <a:rPr lang="ko-KR" altLang="en-US" sz="163" baseline="0" noProof="0">
                <a:latin typeface="+mn-lt"/>
                <a:ea typeface="+mn-ea"/>
              </a:rPr>
              <a:t>오후 </a:t>
            </a:r>
            <a:r>
              <a:rPr lang="en-US" altLang="ko-KR" sz="163" baseline="0" noProof="0">
                <a:latin typeface="+mn-lt"/>
                <a:ea typeface="+mn-ea"/>
              </a:rPr>
              <a:t>1:58 </a:t>
            </a:r>
            <a:r>
              <a:rPr lang="en-US" sz="163" baseline="0" noProof="0">
                <a:latin typeface="+mn-lt"/>
                <a:ea typeface="+mn-ea"/>
              </a:rPr>
              <a:t>Korea Standard Time</a:t>
            </a:r>
            <a:endParaRPr lang="en-US" sz="434" baseline="0" noProof="0" dirty="0">
              <a:latin typeface="+mn-lt"/>
              <a:ea typeface="+mn-ea"/>
            </a:endParaRPr>
          </a:p>
        </p:txBody>
      </p:sp>
      <p:sp>
        <p:nvSpPr>
          <p:cNvPr id="10" name="McK 1. On-page tracker" hidden="1"/>
          <p:cNvSpPr>
            <a:spLocks noChangeArrowheads="1"/>
          </p:cNvSpPr>
          <p:nvPr>
            <p:custDataLst>
              <p:tags r:id="rId9"/>
            </p:custDataLst>
          </p:nvPr>
        </p:nvSpPr>
        <p:spPr bwMode="auto">
          <a:xfrm>
            <a:off x="86098" y="46256"/>
            <a:ext cx="209994" cy="5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sz="380" baseline="0" noProof="0" dirty="0">
                <a:solidFill>
                  <a:srgbClr val="808080"/>
                </a:solidFill>
                <a:latin typeface="+mn-lt"/>
                <a:ea typeface="+mj-ea"/>
              </a:rPr>
              <a:t>TRACKER</a:t>
            </a:r>
          </a:p>
        </p:txBody>
      </p:sp>
      <p:sp>
        <p:nvSpPr>
          <p:cNvPr id="11" name="McK 3. Unit of measure" hidden="1"/>
          <p:cNvSpPr txBox="1">
            <a:spLocks noChangeArrowheads="1"/>
          </p:cNvSpPr>
          <p:nvPr>
            <p:custDataLst>
              <p:tags r:id="rId10"/>
            </p:custDataLst>
          </p:nvPr>
        </p:nvSpPr>
        <p:spPr bwMode="auto">
          <a:xfrm>
            <a:off x="86097" y="911523"/>
            <a:ext cx="6232217" cy="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434" baseline="0" noProof="0" dirty="0">
                <a:solidFill>
                  <a:srgbClr val="808080"/>
                </a:solidFill>
                <a:latin typeface="+mn-lt"/>
              </a:rPr>
              <a:t>Unit of measure</a:t>
            </a:r>
          </a:p>
        </p:txBody>
      </p:sp>
      <p:grpSp>
        <p:nvGrpSpPr>
          <p:cNvPr id="12" name="McK Slide Elements" hidden="1"/>
          <p:cNvGrpSpPr>
            <a:grpSpLocks/>
          </p:cNvGrpSpPr>
          <p:nvPr>
            <p:custDataLst>
              <p:tags r:id="rId11"/>
            </p:custDataLst>
          </p:nvPr>
        </p:nvGrpSpPr>
        <p:grpSpPr bwMode="auto">
          <a:xfrm>
            <a:off x="86096" y="10641652"/>
            <a:ext cx="6181707" cy="544191"/>
            <a:chOff x="75" y="3911"/>
            <a:chExt cx="5385" cy="200"/>
          </a:xfrm>
        </p:grpSpPr>
        <p:sp>
          <p:nvSpPr>
            <p:cNvPr id="13" name="McK 4. Footnote"/>
            <p:cNvSpPr txBox="1">
              <a:spLocks noChangeArrowheads="1"/>
            </p:cNvSpPr>
            <p:nvPr/>
          </p:nvSpPr>
          <p:spPr bwMode="auto">
            <a:xfrm>
              <a:off x="75" y="3911"/>
              <a:ext cx="5385" cy="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271" baseline="0" noProof="0" dirty="0">
                  <a:latin typeface="+mn-lt"/>
                </a:rPr>
                <a:t>1 Footnote</a:t>
              </a:r>
            </a:p>
          </p:txBody>
        </p:sp>
        <p:sp>
          <p:nvSpPr>
            <p:cNvPr id="14" name="McK 5. Source"/>
            <p:cNvSpPr>
              <a:spLocks noChangeArrowheads="1"/>
            </p:cNvSpPr>
            <p:nvPr/>
          </p:nvSpPr>
          <p:spPr bwMode="auto">
            <a:xfrm>
              <a:off x="75" y="4096"/>
              <a:ext cx="4323" cy="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165262" indent="-165262" defTabSz="242728">
                <a:tabLst>
                  <a:tab pos="166123" algn="l"/>
                </a:tabLst>
              </a:pPr>
              <a:r>
                <a:rPr lang="en-US" sz="271" baseline="0" noProof="0" dirty="0">
                  <a:solidFill>
                    <a:schemeClr val="tx1"/>
                  </a:solidFill>
                  <a:latin typeface="+mn-lt"/>
                </a:rPr>
                <a:t>SOURCE: Source</a:t>
              </a:r>
            </a:p>
          </p:txBody>
        </p:sp>
      </p:grpSp>
      <p:grpSp>
        <p:nvGrpSpPr>
          <p:cNvPr id="15" name="ACET" hidden="1"/>
          <p:cNvGrpSpPr>
            <a:grpSpLocks/>
          </p:cNvGrpSpPr>
          <p:nvPr>
            <p:custDataLst>
              <p:tags r:id="rId12"/>
            </p:custDataLst>
          </p:nvPr>
        </p:nvGrpSpPr>
        <p:grpSpPr bwMode="auto">
          <a:xfrm>
            <a:off x="1050376" y="2650205"/>
            <a:ext cx="3083392" cy="152373"/>
            <a:chOff x="915" y="974"/>
            <a:chExt cx="2686" cy="56"/>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974"/>
              <a:ext cx="2686" cy="5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sz="434" b="1" baseline="0" noProof="0" dirty="0">
                  <a:latin typeface="+mn-lt"/>
                  <a:ea typeface="+mn-ea"/>
                </a:rPr>
                <a:t>Title</a:t>
              </a:r>
            </a:p>
            <a:p>
              <a:r>
                <a:rPr lang="en-US" sz="434" baseline="0" noProof="0" dirty="0">
                  <a:solidFill>
                    <a:srgbClr val="808080"/>
                  </a:solidFill>
                  <a:latin typeface="+mn-lt"/>
                  <a:ea typeface="+mn-ea"/>
                </a:rPr>
                <a:t>Unit of measure</a:t>
              </a: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2" r:id="rId4"/>
  </p:sldLayoutIdLst>
  <p:hf hdr="0" ftr="0" dt="0"/>
  <p:txStyles>
    <p:titleStyle>
      <a:lvl1pPr algn="ctr" defTabSz="242728" rtl="0" eaLnBrk="1" fontAlgn="base" latinLnBrk="1" hangingPunct="1">
        <a:spcBef>
          <a:spcPct val="0"/>
        </a:spcBef>
        <a:spcAft>
          <a:spcPct val="0"/>
        </a:spcAft>
        <a:tabLst>
          <a:tab pos="73163" algn="l"/>
        </a:tabLst>
        <a:defRPr sz="5000" b="1" baseline="0">
          <a:solidFill>
            <a:schemeClr val="accent3">
              <a:lumMod val="50000"/>
            </a:schemeClr>
          </a:solidFill>
          <a:latin typeface="Noto Sans KR" panose="020B0200000000000000" pitchFamily="50" charset="-127"/>
          <a:ea typeface="Noto Sans KR" panose="020B0200000000000000" pitchFamily="50" charset="-127"/>
          <a:cs typeface="+mj-cs"/>
        </a:defRPr>
      </a:lvl1pPr>
      <a:lvl2pPr algn="l" defTabSz="242728" rtl="0" eaLnBrk="1" fontAlgn="base" latinLnBrk="1" hangingPunct="1">
        <a:spcBef>
          <a:spcPct val="0"/>
        </a:spcBef>
        <a:spcAft>
          <a:spcPct val="0"/>
        </a:spcAft>
        <a:defRPr sz="515" b="1">
          <a:solidFill>
            <a:schemeClr val="tx2"/>
          </a:solidFill>
          <a:latin typeface="Arial" charset="0"/>
        </a:defRPr>
      </a:lvl2pPr>
      <a:lvl3pPr algn="l" defTabSz="242728" rtl="0" eaLnBrk="1" fontAlgn="base" latinLnBrk="1" hangingPunct="1">
        <a:spcBef>
          <a:spcPct val="0"/>
        </a:spcBef>
        <a:spcAft>
          <a:spcPct val="0"/>
        </a:spcAft>
        <a:defRPr sz="515" b="1">
          <a:solidFill>
            <a:schemeClr val="tx2"/>
          </a:solidFill>
          <a:latin typeface="Arial" charset="0"/>
        </a:defRPr>
      </a:lvl3pPr>
      <a:lvl4pPr algn="l" defTabSz="242728" rtl="0" eaLnBrk="1" fontAlgn="base" latinLnBrk="1" hangingPunct="1">
        <a:spcBef>
          <a:spcPct val="0"/>
        </a:spcBef>
        <a:spcAft>
          <a:spcPct val="0"/>
        </a:spcAft>
        <a:defRPr sz="515" b="1">
          <a:solidFill>
            <a:schemeClr val="tx2"/>
          </a:solidFill>
          <a:latin typeface="Arial" charset="0"/>
        </a:defRPr>
      </a:lvl4pPr>
      <a:lvl5pPr algn="l" defTabSz="242728" rtl="0" eaLnBrk="1" fontAlgn="base" latinLnBrk="1" hangingPunct="1">
        <a:spcBef>
          <a:spcPct val="0"/>
        </a:spcBef>
        <a:spcAft>
          <a:spcPct val="0"/>
        </a:spcAft>
        <a:defRPr sz="515" b="1">
          <a:solidFill>
            <a:schemeClr val="tx2"/>
          </a:solidFill>
          <a:latin typeface="Arial" charset="0"/>
        </a:defRPr>
      </a:lvl5pPr>
      <a:lvl6pPr marL="123946" algn="l" defTabSz="242728" rtl="0" eaLnBrk="1" fontAlgn="base" latinLnBrk="1" hangingPunct="1">
        <a:spcBef>
          <a:spcPct val="0"/>
        </a:spcBef>
        <a:spcAft>
          <a:spcPct val="0"/>
        </a:spcAft>
        <a:defRPr sz="515" b="1">
          <a:solidFill>
            <a:schemeClr val="tx2"/>
          </a:solidFill>
          <a:latin typeface="Arial" charset="0"/>
        </a:defRPr>
      </a:lvl6pPr>
      <a:lvl7pPr marL="247893" algn="l" defTabSz="242728" rtl="0" eaLnBrk="1" fontAlgn="base" latinLnBrk="1" hangingPunct="1">
        <a:spcBef>
          <a:spcPct val="0"/>
        </a:spcBef>
        <a:spcAft>
          <a:spcPct val="0"/>
        </a:spcAft>
        <a:defRPr sz="515" b="1">
          <a:solidFill>
            <a:schemeClr val="tx2"/>
          </a:solidFill>
          <a:latin typeface="Arial" charset="0"/>
        </a:defRPr>
      </a:lvl7pPr>
      <a:lvl8pPr marL="371839" algn="l" defTabSz="242728" rtl="0" eaLnBrk="1" fontAlgn="base" latinLnBrk="1" hangingPunct="1">
        <a:spcBef>
          <a:spcPct val="0"/>
        </a:spcBef>
        <a:spcAft>
          <a:spcPct val="0"/>
        </a:spcAft>
        <a:defRPr sz="515" b="1">
          <a:solidFill>
            <a:schemeClr val="tx2"/>
          </a:solidFill>
          <a:latin typeface="Arial" charset="0"/>
        </a:defRPr>
      </a:lvl8pPr>
      <a:lvl9pPr marL="495786" algn="l" defTabSz="242728" rtl="0" eaLnBrk="1" fontAlgn="base" latinLnBrk="1" hangingPunct="1">
        <a:spcBef>
          <a:spcPct val="0"/>
        </a:spcBef>
        <a:spcAft>
          <a:spcPct val="0"/>
        </a:spcAft>
        <a:defRPr sz="515" b="1">
          <a:solidFill>
            <a:schemeClr val="tx2"/>
          </a:solidFill>
          <a:latin typeface="Arial" charset="0"/>
        </a:defRPr>
      </a:lvl9pPr>
    </p:titleStyle>
    <p:bodyStyle>
      <a:lvl1pPr marL="0" indent="0" algn="l" defTabSz="242728" rtl="0" eaLnBrk="1" fontAlgn="base" latinLnBrk="1" hangingPunct="1">
        <a:spcBef>
          <a:spcPct val="0"/>
        </a:spcBef>
        <a:spcAft>
          <a:spcPts val="54"/>
        </a:spcAft>
        <a:buClr>
          <a:schemeClr val="tx2"/>
        </a:buClr>
        <a:defRPr sz="298" baseline="0">
          <a:solidFill>
            <a:schemeClr val="tx1"/>
          </a:solidFill>
          <a:latin typeface="+mn-lt"/>
          <a:ea typeface="+mn-ea"/>
          <a:cs typeface="+mn-cs"/>
        </a:defRPr>
      </a:lvl1pPr>
      <a:lvl2pPr marL="52505" indent="-52075" algn="l" defTabSz="242728" rtl="0" eaLnBrk="1" fontAlgn="base" latinLnBrk="1" hangingPunct="1">
        <a:spcBef>
          <a:spcPct val="0"/>
        </a:spcBef>
        <a:spcAft>
          <a:spcPts val="54"/>
        </a:spcAft>
        <a:buClr>
          <a:schemeClr val="tx2"/>
        </a:buClr>
        <a:buSzPct val="125000"/>
        <a:buFont typeface="Arial" charset="0"/>
        <a:buChar char="▪"/>
        <a:defRPr sz="298" baseline="0">
          <a:solidFill>
            <a:schemeClr val="tx1"/>
          </a:solidFill>
          <a:latin typeface="+mn-lt"/>
        </a:defRPr>
      </a:lvl2pPr>
      <a:lvl3pPr marL="123946" indent="-71011" algn="l" defTabSz="242728" rtl="0" eaLnBrk="1" fontAlgn="base" latinLnBrk="1" hangingPunct="1">
        <a:spcBef>
          <a:spcPct val="0"/>
        </a:spcBef>
        <a:spcAft>
          <a:spcPts val="54"/>
        </a:spcAft>
        <a:buClr>
          <a:schemeClr val="tx2"/>
        </a:buClr>
        <a:buSzPct val="120000"/>
        <a:buFont typeface="Arial" charset="0"/>
        <a:buChar char="–"/>
        <a:defRPr sz="298" baseline="0">
          <a:solidFill>
            <a:schemeClr val="tx1"/>
          </a:solidFill>
          <a:latin typeface="+mn-lt"/>
        </a:defRPr>
      </a:lvl3pPr>
      <a:lvl4pPr marL="166553" indent="-42176" algn="l" defTabSz="242728" rtl="0" eaLnBrk="1" fontAlgn="base" latinLnBrk="1" hangingPunct="1">
        <a:spcBef>
          <a:spcPct val="0"/>
        </a:spcBef>
        <a:spcAft>
          <a:spcPts val="54"/>
        </a:spcAft>
        <a:buClr>
          <a:schemeClr val="tx2"/>
        </a:buClr>
        <a:buSzPct val="120000"/>
        <a:buFont typeface="Arial" charset="0"/>
        <a:buChar char="▫"/>
        <a:defRPr sz="298" baseline="0">
          <a:solidFill>
            <a:schemeClr val="tx1"/>
          </a:solidFill>
          <a:latin typeface="+mn-lt"/>
        </a:defRPr>
      </a:lvl4pPr>
      <a:lvl5pPr marL="203272" indent="-35290" algn="l" defTabSz="242728" rtl="0" eaLnBrk="1" fontAlgn="base" latinLnBrk="1" hangingPunct="1">
        <a:spcBef>
          <a:spcPct val="0"/>
        </a:spcBef>
        <a:spcAft>
          <a:spcPts val="54"/>
        </a:spcAft>
        <a:buClr>
          <a:schemeClr val="tx2"/>
        </a:buClr>
        <a:buSzPct val="89000"/>
        <a:buFont typeface="Arial" charset="0"/>
        <a:buChar char="-"/>
        <a:defRPr sz="298" baseline="0">
          <a:solidFill>
            <a:schemeClr val="tx1"/>
          </a:solidFill>
          <a:latin typeface="+mn-lt"/>
        </a:defRPr>
      </a:lvl5pPr>
      <a:lvl6pPr marL="203272" indent="-35290" algn="l" defTabSz="242728" rtl="0" eaLnBrk="1" fontAlgn="base" latinLnBrk="1" hangingPunct="1">
        <a:spcBef>
          <a:spcPct val="0"/>
        </a:spcBef>
        <a:spcAft>
          <a:spcPct val="0"/>
        </a:spcAft>
        <a:buClr>
          <a:schemeClr val="tx2"/>
        </a:buClr>
        <a:buSzPct val="89000"/>
        <a:buFont typeface="Arial" charset="0"/>
        <a:buChar char="-"/>
        <a:defRPr sz="434" baseline="0">
          <a:solidFill>
            <a:schemeClr val="tx1"/>
          </a:solidFill>
          <a:latin typeface="+mn-lt"/>
        </a:defRPr>
      </a:lvl6pPr>
      <a:lvl7pPr marL="203272" indent="-35290" algn="l" defTabSz="242728" rtl="0" eaLnBrk="1" fontAlgn="base" latinLnBrk="1" hangingPunct="1">
        <a:spcBef>
          <a:spcPct val="0"/>
        </a:spcBef>
        <a:spcAft>
          <a:spcPct val="0"/>
        </a:spcAft>
        <a:buClr>
          <a:schemeClr val="tx2"/>
        </a:buClr>
        <a:buSzPct val="89000"/>
        <a:buFont typeface="Arial" charset="0"/>
        <a:buChar char="-"/>
        <a:defRPr sz="434" baseline="0">
          <a:solidFill>
            <a:schemeClr val="tx1"/>
          </a:solidFill>
          <a:latin typeface="+mn-lt"/>
        </a:defRPr>
      </a:lvl7pPr>
      <a:lvl8pPr marL="203272" indent="-35290" algn="l" defTabSz="242728" rtl="0" eaLnBrk="1" fontAlgn="base" latinLnBrk="1" hangingPunct="1">
        <a:spcBef>
          <a:spcPct val="0"/>
        </a:spcBef>
        <a:spcAft>
          <a:spcPct val="0"/>
        </a:spcAft>
        <a:buClr>
          <a:schemeClr val="tx2"/>
        </a:buClr>
        <a:buSzPct val="89000"/>
        <a:buFont typeface="Arial" charset="0"/>
        <a:buChar char="-"/>
        <a:defRPr sz="434" baseline="0">
          <a:solidFill>
            <a:schemeClr val="tx1"/>
          </a:solidFill>
          <a:latin typeface="+mn-lt"/>
        </a:defRPr>
      </a:lvl8pPr>
      <a:lvl9pPr marL="203272" indent="-35290" algn="l" defTabSz="242728" rtl="0" eaLnBrk="1" fontAlgn="base" latinLnBrk="1" hangingPunct="1">
        <a:spcBef>
          <a:spcPct val="0"/>
        </a:spcBef>
        <a:spcAft>
          <a:spcPct val="0"/>
        </a:spcAft>
        <a:buClr>
          <a:schemeClr val="tx2"/>
        </a:buClr>
        <a:buSzPct val="89000"/>
        <a:buFont typeface="Arial" charset="0"/>
        <a:buChar char="-"/>
        <a:defRPr sz="434" baseline="0">
          <a:solidFill>
            <a:schemeClr val="tx1"/>
          </a:solidFill>
          <a:latin typeface="+mn-lt"/>
        </a:defRPr>
      </a:lvl9pPr>
    </p:bodyStyle>
    <p:otherStyle>
      <a:defPPr>
        <a:defRPr lang="en-US"/>
      </a:defPPr>
      <a:lvl1pPr marL="0" algn="l" defTabSz="247893" rtl="0" eaLnBrk="1" latinLnBrk="1" hangingPunct="1">
        <a:defRPr sz="488" kern="1200">
          <a:solidFill>
            <a:schemeClr val="tx1"/>
          </a:solidFill>
          <a:latin typeface="+mn-lt"/>
          <a:ea typeface="+mn-ea"/>
          <a:cs typeface="+mn-cs"/>
        </a:defRPr>
      </a:lvl1pPr>
      <a:lvl2pPr marL="123946" algn="l" defTabSz="247893" rtl="0" eaLnBrk="1" latinLnBrk="1" hangingPunct="1">
        <a:defRPr sz="488" kern="1200">
          <a:solidFill>
            <a:schemeClr val="tx1"/>
          </a:solidFill>
          <a:latin typeface="+mn-lt"/>
          <a:ea typeface="+mn-ea"/>
          <a:cs typeface="+mn-cs"/>
        </a:defRPr>
      </a:lvl2pPr>
      <a:lvl3pPr marL="247893" algn="l" defTabSz="247893" rtl="0" eaLnBrk="1" latinLnBrk="1" hangingPunct="1">
        <a:defRPr sz="488" kern="1200">
          <a:solidFill>
            <a:schemeClr val="tx1"/>
          </a:solidFill>
          <a:latin typeface="+mn-lt"/>
          <a:ea typeface="+mn-ea"/>
          <a:cs typeface="+mn-cs"/>
        </a:defRPr>
      </a:lvl3pPr>
      <a:lvl4pPr marL="371839" algn="l" defTabSz="247893" rtl="0" eaLnBrk="1" latinLnBrk="1" hangingPunct="1">
        <a:defRPr sz="488" kern="1200">
          <a:solidFill>
            <a:schemeClr val="tx1"/>
          </a:solidFill>
          <a:latin typeface="+mn-lt"/>
          <a:ea typeface="+mn-ea"/>
          <a:cs typeface="+mn-cs"/>
        </a:defRPr>
      </a:lvl4pPr>
      <a:lvl5pPr marL="495786" algn="l" defTabSz="247893" rtl="0" eaLnBrk="1" latinLnBrk="1" hangingPunct="1">
        <a:defRPr sz="488" kern="1200">
          <a:solidFill>
            <a:schemeClr val="tx1"/>
          </a:solidFill>
          <a:latin typeface="+mn-lt"/>
          <a:ea typeface="+mn-ea"/>
          <a:cs typeface="+mn-cs"/>
        </a:defRPr>
      </a:lvl5pPr>
      <a:lvl6pPr marL="619732" algn="l" defTabSz="247893" rtl="0" eaLnBrk="1" latinLnBrk="1" hangingPunct="1">
        <a:defRPr sz="488" kern="1200">
          <a:solidFill>
            <a:schemeClr val="tx1"/>
          </a:solidFill>
          <a:latin typeface="+mn-lt"/>
          <a:ea typeface="+mn-ea"/>
          <a:cs typeface="+mn-cs"/>
        </a:defRPr>
      </a:lvl6pPr>
      <a:lvl7pPr marL="743679" algn="l" defTabSz="247893" rtl="0" eaLnBrk="1" latinLnBrk="1" hangingPunct="1">
        <a:defRPr sz="488" kern="1200">
          <a:solidFill>
            <a:schemeClr val="tx1"/>
          </a:solidFill>
          <a:latin typeface="+mn-lt"/>
          <a:ea typeface="+mn-ea"/>
          <a:cs typeface="+mn-cs"/>
        </a:defRPr>
      </a:lvl7pPr>
      <a:lvl8pPr marL="867625" algn="l" defTabSz="247893" rtl="0" eaLnBrk="1" latinLnBrk="1" hangingPunct="1">
        <a:defRPr sz="488" kern="1200">
          <a:solidFill>
            <a:schemeClr val="tx1"/>
          </a:solidFill>
          <a:latin typeface="+mn-lt"/>
          <a:ea typeface="+mn-ea"/>
          <a:cs typeface="+mn-cs"/>
        </a:defRPr>
      </a:lvl8pPr>
      <a:lvl9pPr marL="991571" algn="l" defTabSz="247893" rtl="0" eaLnBrk="1" latinLnBrk="1" hangingPunct="1">
        <a:defRPr sz="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200"/>
              <a:t>SK Hynix AI
memory sales
surge to 52.6T</a:t>
            </a:r>
          </a:p>
        </p:txBody>
      </p:sp>
      <p:sp>
        <p:nvSpPr>
          <p:cNvPr id="3" name="Text Placeholder 2"/>
          <p:cNvSpPr>
            <a:spLocks noGrp="1"/>
          </p:cNvSpPr>
          <p:nvPr>
            <p:ph type="body" idx="11" sz="quarter"/>
          </p:nvPr>
        </p:nvSpPr>
        <p:spPr/>
        <p:txBody>
          <a:bodyPr wrap="square"/>
          <a:lstStyle/>
          <a:p>
            <a:r>
              <a:rPr sz="4000"/>
              <a:t>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200"/>
              <a:t>SK hynix</a:t>
            </a:r>
          </a:p>
        </p:txBody>
      </p:sp>
      <p:sp>
        <p:nvSpPr>
          <p:cNvPr id="3" name="Text Placeholder 2"/>
          <p:cNvSpPr>
            <a:spLocks noGrp="1"/>
          </p:cNvSpPr>
          <p:nvPr>
            <p:ph type="body" idx="10" sz="quarter"/>
          </p:nvPr>
        </p:nvSpPr>
        <p:spPr/>
        <p:txBody>
          <a:bodyPr wrap="square"/>
          <a:lstStyle/>
          <a:p>
            <a:r>
              <a:rPr sz="2700"/>
              <a:t>Global memory semiconductor
leader, HBM3E-specialist</a:t>
            </a:r>
            <a:r>
              <a:rPr sz="2400" b="0">
                <a:solidFill>
                  <a:srgbClr val="282828"/>
                </a:solidFill>
              </a:rPr>
              <a:t> (KOSPI 2-th)</a:t>
            </a:r>
          </a:p>
        </p:txBody>
      </p:sp>
      <p:sp>
        <p:nvSpPr>
          <p:cNvPr id="4" name="Text Placeholder 3"/>
          <p:cNvSpPr>
            <a:spLocks noGrp="1"/>
          </p:cNvSpPr>
          <p:nvPr>
            <p:ph type="body" idx="12" sz="quarter"/>
          </p:nvPr>
        </p:nvSpPr>
        <p:spPr/>
        <p:txBody>
          <a:bodyPr wrap="square"/>
          <a:lstStyle/>
          <a:p>
            <a:r>
              <a:rPr sz="2200" b="1">
                <a:solidFill>
                  <a:srgbClr val="00008B"/>
                </a:solidFill>
              </a:rPr>
              <a:t>■ Memory semiconductor
designer-manufacturer
</a:t>
            </a:r>
            <a:r>
              <a:rPr sz="1900" b="0"/>
              <a:t>Supplies DRAM and NAND-based solutions,
packaging for HBM, server DDR, mobile
LPDDR, storage
</a:t>
            </a:r>
            <a:r>
              <a:rPr sz="1900" b="0"/>
              <a:t>
</a:t>
            </a:r>
            <a:r>
              <a:rPr sz="2200" b="1">
                <a:solidFill>
                  <a:srgbClr val="00008B"/>
                </a:solidFill>
              </a:rPr>
              <a:t>■ HBM3E, high-stack server memory
</a:t>
            </a:r>
            <a:r>
              <a:rPr sz="1900" b="0"/>
              <a:t>HBM3E uses 8- and 12-stack layers, fast
interfaces, and proven NVIDIA supply
</a:t>
            </a:r>
            <a:r>
              <a:rPr sz="1900" b="0"/>
              <a:t>
</a:t>
            </a:r>
            <a:r>
              <a:rPr sz="2200" b="1">
                <a:solidFill>
                  <a:srgbClr val="00008B"/>
                </a:solidFill>
              </a:rPr>
              <a:t>■ DRAM-NAND packaging
integration
</a:t>
            </a:r>
            <a:r>
              <a:rPr sz="1900" b="0"/>
              <a:t>Mass-produces DRAM and NAND, integrates
controllers, packaging, testing, and
serves server, AI customers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200"/>
              <a:t>26/1Q results</a:t>
            </a:r>
          </a:p>
        </p:txBody>
      </p:sp>
      <p:sp>
        <p:nvSpPr>
          <p:cNvPr id="3" name="Text Placeholder 2"/>
          <p:cNvSpPr>
            <a:spLocks noGrp="1"/>
          </p:cNvSpPr>
          <p:nvPr>
            <p:ph type="body" idx="10" sz="quarter"/>
          </p:nvPr>
        </p:nvSpPr>
        <p:spPr/>
        <p:txBody>
          <a:bodyPr wrap="square"/>
          <a:lstStyle/>
          <a:p>
            <a:r>
              <a:rPr sz="2700"/>
              <a:t>Record 26Q1 breakout,
year-over-year surge</a:t>
            </a:r>
          </a:p>
        </p:txBody>
      </p:sp>
      <p:pic>
        <p:nvPicPr>
          <p:cNvPr id="4" name="Picture Placeholder 3" descr="000660_revenue_06171258.png"/>
          <p:cNvPicPr>
            <a:picLocks noGrp="1" noChangeAspect="1"/>
          </p:cNvPicPr>
          <p:nvPr>
            <p:ph type="pic" idx="11" sz="quarter"/>
          </p:nvPr>
        </p:nvPicPr>
        <p:blipFill>
          <a:blip r:embed="rId2"/>
          <a:srcRect/>
          <a:stretch>
            <a:fillRect/>
          </a:stretch>
        </p:blipFill>
        <p:spPr/>
      </p:pic>
      <p:sp>
        <p:nvSpPr>
          <p:cNvPr id="5" name="Text Placeholder 4"/>
          <p:cNvSpPr>
            <a:spLocks noGrp="1"/>
          </p:cNvSpPr>
          <p:nvPr>
            <p:ph type="body" idx="12" sz="quarter"/>
          </p:nvPr>
        </p:nvSpPr>
        <p:spPr/>
        <p:txBody>
          <a:bodyPr wrap="square"/>
          <a:lstStyle/>
          <a:p>
            <a:r>
              <a:rPr sz="2200"/>
              <a:t>Korean reports say memory prices
rose on AI server demand, HBM
shipments, and DRAM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200"/>
              <a:t>26/1Q results</a:t>
            </a:r>
          </a:p>
        </p:txBody>
      </p:sp>
      <p:sp>
        <p:nvSpPr>
          <p:cNvPr id="3" name="Text Placeholder 2"/>
          <p:cNvSpPr>
            <a:spLocks noGrp="1"/>
          </p:cNvSpPr>
          <p:nvPr>
            <p:ph type="body" idx="10" sz="quarter"/>
          </p:nvPr>
        </p:nvSpPr>
        <p:spPr/>
        <p:txBody>
          <a:bodyPr wrap="square"/>
          <a:lstStyle/>
          <a:p>
            <a:r>
              <a:rPr sz="2700"/>
              <a:t>26Q1 profit breakout surge</a:t>
            </a:r>
          </a:p>
        </p:txBody>
      </p:sp>
      <p:pic>
        <p:nvPicPr>
          <p:cNvPr id="4" name="Picture Placeholder 3" descr="000660_operating_income_06171258.png"/>
          <p:cNvPicPr>
            <a:picLocks noGrp="1" noChangeAspect="1"/>
          </p:cNvPicPr>
          <p:nvPr>
            <p:ph type="pic" idx="11" sz="quarter"/>
          </p:nvPr>
        </p:nvPicPr>
        <p:blipFill>
          <a:blip r:embed="rId2"/>
          <a:srcRect/>
          <a:stretch>
            <a:fillRect/>
          </a:stretch>
        </p:blipFill>
        <p:spPr/>
      </p:pic>
      <p:sp>
        <p:nvSpPr>
          <p:cNvPr id="5" name="Text Placeholder 4"/>
          <p:cNvSpPr>
            <a:spLocks noGrp="1"/>
          </p:cNvSpPr>
          <p:nvPr>
            <p:ph type="body" idx="12" sz="quarter"/>
          </p:nvPr>
        </p:nvSpPr>
        <p:spPr/>
        <p:txBody>
          <a:bodyPr wrap="square"/>
          <a:lstStyle/>
          <a:p>
            <a:r>
              <a:rPr sz="2200"/>
              <a:t>Korean media cited memory price
rebound, higher-value products,
AI server demand, and inventory
correction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200"/>
              <a:t>Key Issues</a:t>
            </a:r>
          </a:p>
        </p:txBody>
      </p:sp>
      <p:sp>
        <p:nvSpPr>
          <p:cNvPr id="3" name="Text Placeholder 2"/>
          <p:cNvSpPr>
            <a:spLocks noGrp="1"/>
          </p:cNvSpPr>
          <p:nvPr>
            <p:ph type="body" idx="10" sz="quarter"/>
          </p:nvPr>
        </p:nvSpPr>
        <p:spPr/>
        <p:txBody>
          <a:bodyPr wrap="square"/>
          <a:lstStyle/>
          <a:p>
            <a:r>
              <a:rPr sz="2700"/>
              <a:t>HBM demand adjustment,
memory recovery, Nasdaq
review</a:t>
            </a:r>
          </a:p>
        </p:txBody>
      </p:sp>
      <p:sp>
        <p:nvSpPr>
          <p:cNvPr id="4" name="Text Placeholder 3"/>
          <p:cNvSpPr>
            <a:spLocks noGrp="1"/>
          </p:cNvSpPr>
          <p:nvPr>
            <p:ph type="body" idx="12" sz="quarter"/>
          </p:nvPr>
        </p:nvSpPr>
        <p:spPr/>
        <p:txBody>
          <a:bodyPr wrap="square"/>
          <a:lstStyle/>
          <a:p>
            <a:r>
              <a:rPr sz="2200" b="1">
                <a:solidFill>
                  <a:srgbClr val="00008B"/>
                </a:solidFill>
              </a:rPr>
              <a:t>■ Order and authentication delays
</a:t>
            </a:r>
            <a:r>
              <a:rPr sz="1900" b="0"/>
              <a:t>HBM demand remains strong, but customer
timing, contract renegotiations, and
delays persist
</a:t>
            </a:r>
            <a:r>
              <a:rPr sz="1900" b="0"/>
              <a:t>
</a:t>
            </a:r>
            <a:r>
              <a:rPr sz="2200" b="1">
                <a:solidFill>
                  <a:srgbClr val="00008B"/>
                </a:solidFill>
              </a:rPr>
              <a:t>■ Universal memory inventory
adjustment delay
</a:t>
            </a:r>
            <a:r>
              <a:rPr sz="1900" b="0"/>
              <a:t>NAND and DRAM rebounds delayed by slower
inventory reduction and weak
PC-smartphone demand
</a:t>
            </a:r>
            <a:r>
              <a:rPr sz="1900" b="0"/>
              <a:t>
</a:t>
            </a:r>
            <a:r>
              <a:rPr sz="2200" b="1">
                <a:solidFill>
                  <a:srgbClr val="00008B"/>
                </a:solidFill>
              </a:rPr>
              <a:t>■ Nasdaq Listing Review
Uncertainty
</a:t>
            </a:r>
            <a:r>
              <a:rPr sz="1900" b="0"/>
              <a:t>US listing may widen funding and
investors, but raises disclosure,
dilution, volatility concerns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4200"/>
              <a:t>Memory-price
recovery, AI
server demand</a:t>
            </a:r>
          </a:p>
        </p:txBody>
      </p:sp>
      <p:sp>
        <p:nvSpPr>
          <p:cNvPr id="3" name="Text Placeholder 2"/>
          <p:cNvSpPr>
            <a:spLocks noGrp="1"/>
          </p:cNvSpPr>
          <p:nvPr>
            <p:ph type="body" idx="10" sz="quarter"/>
          </p:nvPr>
        </p:nvSpPr>
        <p:spPr/>
        <p:txBody>
          <a:bodyPr wrap="square"/>
          <a:lstStyle/>
          <a:p>
            <a:r>
              <a:rPr sz="2700"/>
              <a:t>Watch semiconductor
exports, DRAM prices, AI
servers, Nasdaq tech</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S" val="1,2"/>
  <p:tag name="THINKCELLUNDODONOTDELETE" val="27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XhhECp61o0yjJDxWXjQG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NmMyuXXSc0GwUXTIE7hO1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heme/theme1.xml><?xml version="1.0" encoding="utf-8"?>
<a:theme xmlns:a="http://schemas.openxmlformats.org/drawingml/2006/main" name="Firm Format - English (US)">
  <a:themeElements>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fontScheme name="Noto Sans KR">
      <a:majorFont>
        <a:latin typeface="Noto Sans KR"/>
        <a:ea typeface="Noto Sans KR"/>
        <a:cs typeface=""/>
      </a:majorFont>
      <a:minorFont>
        <a:latin typeface="Noto Sans KR"/>
        <a:ea typeface="Noto Sans K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Firm Format - English (US)</Template>
  <TotalTime>0</TotalTime>
  <Words>0</Words>
  <Application>Microsoft Office PowerPoint</Application>
  <PresentationFormat>사용자 지정</PresentationFormat>
  <Paragraphs>0</Paragraphs>
  <Slides>0</Slides>
  <Notes>0</Notes>
  <HiddenSlides>0</HiddenSlides>
  <MMClips>0</MMClips>
  <ScaleCrop>false</ScaleCrop>
  <HeadingPairs>
    <vt:vector size="8" baseType="variant">
      <vt:variant>
        <vt:lpstr>사용한 글꼴</vt:lpstr>
      </vt:variant>
      <vt:variant>
        <vt:i4>2</vt:i4>
      </vt:variant>
      <vt:variant>
        <vt:lpstr>테마</vt:lpstr>
      </vt:variant>
      <vt:variant>
        <vt:i4>1</vt:i4>
      </vt:variant>
      <vt:variant>
        <vt:lpstr>포함된 OLE 서버</vt:lpstr>
      </vt:variant>
      <vt:variant>
        <vt:i4>1</vt:i4>
      </vt:variant>
      <vt:variant>
        <vt:lpstr>슬라이드 제목</vt:lpstr>
      </vt:variant>
      <vt:variant>
        <vt:i4>0</vt:i4>
      </vt:variant>
    </vt:vector>
  </HeadingPairs>
  <TitlesOfParts>
    <vt:vector size="4" baseType="lpstr">
      <vt:lpstr>Noto Sans KR</vt:lpstr>
      <vt:lpstr>Arial</vt:lpstr>
      <vt:lpstr>Firm Format - English (US)</vt:lpstr>
      <vt:lpstr>think-cell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2023-02-26T22:20:41Z</dcterms:created>
  <dcterms:modified xsi:type="dcterms:W3CDTF">2025-01-08T07:54:21Z</dcterms:modified>
</cp:coreProperties>
</file>