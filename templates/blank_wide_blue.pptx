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83" r:id="rId2"/>
    <p:sldId id="394" r:id="rId3"/>
    <p:sldId id="396" r:id="rId4"/>
    <p:sldId id="395" r:id="rId5"/>
  </p:sldIdLst>
  <p:sldSz cx="11949113" cy="6721475"/>
  <p:notesSz cx="6811963" cy="9942513"/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33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0D0CE"/>
    <a:srgbClr val="BBBCBC"/>
    <a:srgbClr val="808080"/>
    <a:srgbClr val="0065CC"/>
    <a:srgbClr val="91AFFF"/>
    <a:srgbClr val="00296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1737" autoAdjust="0"/>
  </p:normalViewPr>
  <p:slideViewPr>
    <p:cSldViewPr snapToGrid="0" snapToObjects="1">
      <p:cViewPr varScale="1">
        <p:scale>
          <a:sx n="95" d="100"/>
          <a:sy n="95" d="100"/>
        </p:scale>
        <p:origin x="408" y="72"/>
      </p:cViewPr>
      <p:guideLst>
        <p:guide orient="horz" pos="4233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2" d="100"/>
          <a:sy n="112" d="100"/>
        </p:scale>
        <p:origin x="5160" y="108"/>
      </p:cViewPr>
      <p:guideLst>
        <p:guide orient="horz" pos="3132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6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479425" y="623888"/>
            <a:ext cx="7777163" cy="43751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51628" y="5342508"/>
            <a:ext cx="5804922" cy="1226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079134" y="9561185"/>
            <a:ext cx="540402" cy="18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619469" y="110659"/>
            <a:ext cx="66" cy="123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117475" indent="-115888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300038" indent="-180975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427038" indent="-125413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542925" indent="-114300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>
          <a:xfrm>
            <a:off x="158759" y="230189"/>
            <a:ext cx="11491891" cy="492443"/>
          </a:xfrm>
        </p:spPr>
        <p:txBody>
          <a:bodyPr/>
          <a:lstStyle>
            <a:lvl1pPr>
              <a:defRPr sz="3200" baseline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-2400793" y="3111106"/>
            <a:ext cx="2131577" cy="26161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baseline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 smtClean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-2400794" y="3467556"/>
            <a:ext cx="2131577" cy="45653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195262" indent="0">
              <a:buClr>
                <a:schemeClr val="bg1"/>
              </a:buClr>
              <a:buNone/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 smtClean="0"/>
          </a:p>
          <a:p>
            <a:pPr lvl="1"/>
            <a:r>
              <a:rPr lang="en-US" altLang="ko-KR" dirty="0" smtClean="0"/>
              <a:t>Sub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-2400794" y="4084081"/>
            <a:ext cx="2131577" cy="456535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rnd">
            <a:solidFill>
              <a:schemeClr val="accent1">
                <a:lumMod val="25000"/>
              </a:schemeClr>
            </a:solidFill>
          </a:ln>
          <a:effectLst>
            <a:softEdge rad="25400"/>
          </a:effectLst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195262" indent="0">
              <a:buClr>
                <a:schemeClr val="bg1"/>
              </a:buClr>
              <a:buNone/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 smtClean="0"/>
          </a:p>
          <a:p>
            <a:pPr lvl="1"/>
            <a:r>
              <a:rPr lang="en-US" altLang="ko-KR" dirty="0" smtClean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oleObject" Target="../embeddings/oleObject1.bin"/><Relationship Id="rId3" Type="http://schemas.openxmlformats.org/officeDocument/2006/relationships/vmlDrawing" Target="../drawings/vmlDrawing1.vml"/><Relationship Id="rId7" Type="http://schemas.openxmlformats.org/officeDocument/2006/relationships/tags" Target="../tags/tag5.xml"/><Relationship Id="rId12" Type="http://schemas.openxmlformats.org/officeDocument/2006/relationships/tags" Target="../tags/tag10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11" Type="http://schemas.openxmlformats.org/officeDocument/2006/relationships/tags" Target="../tags/tag9.xml"/><Relationship Id="rId5" Type="http://schemas.openxmlformats.org/officeDocument/2006/relationships/tags" Target="../tags/tag3.xml"/><Relationship Id="rId10" Type="http://schemas.openxmlformats.org/officeDocument/2006/relationships/tags" Target="../tags/tag8.xml"/><Relationship Id="rId4" Type="http://schemas.openxmlformats.org/officeDocument/2006/relationships/tags" Target="../tags/tag2.xml"/><Relationship Id="rId9" Type="http://schemas.openxmlformats.org/officeDocument/2006/relationships/tags" Target="../tags/tag7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0" y="1"/>
            <a:ext cx="11949113" cy="6721475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err="1" smtClean="0">
              <a:solidFill>
                <a:schemeClr val="tx1"/>
              </a:solidFill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0"/>
          <a:ext cx="211676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1676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776428" y="36514"/>
            <a:ext cx="876339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895350"/>
            <a:endParaRPr lang="en-US" sz="800" baseline="0" noProof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10829253" y="1940591"/>
            <a:ext cx="2053447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600" baseline="0" noProof="0">
                <a:latin typeface="+mn-lt"/>
                <a:ea typeface="+mn-ea"/>
              </a:rPr>
              <a:t>Last Modified 2013-03-12 </a:t>
            </a:r>
            <a:r>
              <a:rPr lang="ko-KR" altLang="en-US" sz="600" baseline="0" noProof="0">
                <a:latin typeface="+mn-lt"/>
                <a:ea typeface="+mn-ea"/>
              </a:rPr>
              <a:t>오전 </a:t>
            </a:r>
            <a:r>
              <a:rPr lang="en-US" altLang="ko-KR" sz="600" baseline="0" noProof="0">
                <a:latin typeface="+mn-lt"/>
                <a:ea typeface="+mn-ea"/>
              </a:rPr>
              <a:t>12:01 </a:t>
            </a:r>
            <a:r>
              <a:rPr lang="en-US" sz="600" baseline="0" noProof="0">
                <a:latin typeface="+mn-lt"/>
                <a:ea typeface="+mn-ea"/>
              </a:rPr>
              <a:t>Korea Standard Time</a:t>
            </a:r>
            <a:endParaRPr lang="en-US" sz="1600" baseline="0" noProof="0" dirty="0"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10959096" y="4114417"/>
            <a:ext cx="1793761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600" baseline="0" noProof="0">
                <a:latin typeface="+mn-lt"/>
                <a:ea typeface="+mn-ea"/>
              </a:rPr>
              <a:t>Printed 2013-03-11 </a:t>
            </a:r>
            <a:r>
              <a:rPr lang="ko-KR" altLang="en-US" sz="600" baseline="0" noProof="0">
                <a:latin typeface="+mn-lt"/>
                <a:ea typeface="+mn-ea"/>
              </a:rPr>
              <a:t>오후 </a:t>
            </a:r>
            <a:r>
              <a:rPr lang="en-US" altLang="ko-KR" sz="600" baseline="0" noProof="0">
                <a:latin typeface="+mn-lt"/>
                <a:ea typeface="+mn-ea"/>
              </a:rPr>
              <a:t>1:58 </a:t>
            </a:r>
            <a:r>
              <a:rPr lang="en-US" sz="600" baseline="0" noProof="0">
                <a:latin typeface="+mn-lt"/>
                <a:ea typeface="+mn-ea"/>
              </a:rPr>
              <a:t>Korea Standard Time</a:t>
            </a:r>
            <a:endParaRPr lang="en-US" sz="1600" baseline="0" noProof="0" dirty="0"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8"/>
            </p:custDataLst>
          </p:nvPr>
        </p:nvSpPr>
        <p:spPr bwMode="auto">
          <a:xfrm>
            <a:off x="158759" y="230188"/>
            <a:ext cx="11491891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title style</a:t>
            </a:r>
            <a:endParaRPr lang="en-US" noProof="0" dirty="0"/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58759" y="26988"/>
            <a:ext cx="77905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58757" y="531814"/>
            <a:ext cx="1149189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158758" y="6080125"/>
            <a:ext cx="11398754" cy="508000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1000" baseline="0" noProof="0" dirty="0">
                  <a:latin typeface="+mn-lt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09600" indent="-609600" defTabSz="895350">
                <a:tabLst>
                  <a:tab pos="612775" algn="l"/>
                </a:tabLst>
              </a:pPr>
              <a:r>
                <a:rPr lang="en-US" sz="1000" baseline="0" noProof="0" dirty="0">
                  <a:solidFill>
                    <a:schemeClr val="tx1"/>
                  </a:solidFill>
                  <a:latin typeface="+mn-lt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1936837" y="1127125"/>
            <a:ext cx="5685618" cy="508000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1600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sz="1600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aphicFrame>
        <p:nvGraphicFramePr>
          <p:cNvPr id="22" name="표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86739913"/>
              </p:ext>
            </p:extLst>
          </p:nvPr>
        </p:nvGraphicFramePr>
        <p:xfrm>
          <a:off x="-2428376" y="106767"/>
          <a:ext cx="1152051" cy="28800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3360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160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1" kern="0" dirty="0"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227. 228. 141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196.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214. 0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134.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188. 37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0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67.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176. 42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4. 106. 56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44. 82. 52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221. 239. 232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D4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157. 212. 207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111. 194.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180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B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0. 171. 171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0. 151. 169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118. 128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0. 79. 89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255.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213. 0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243. 146. 0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227. 6. 19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35980105"/>
              </p:ext>
            </p:extLst>
          </p:nvPr>
        </p:nvGraphicFramePr>
        <p:xfrm>
          <a:off x="-1239954" y="106767"/>
          <a:ext cx="1152051" cy="28800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3360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160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10. 22. 34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160. 220. 255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98. 181. 229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0. 163. 224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0. 118. 168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0. 85. 135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1. 33. 105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4. 30.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66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208. 208. 206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C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187. 188.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188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151.153. 155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787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117.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120. 123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565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83. 86. 90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0. 0.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0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98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172. 152. 219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7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255.242.127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895350" rtl="0" eaLnBrk="1" fontAlgn="base" latinLnBrk="1" hangingPunct="1">
        <a:spcBef>
          <a:spcPct val="0"/>
        </a:spcBef>
        <a:spcAft>
          <a:spcPct val="0"/>
        </a:spcAft>
        <a:tabLst>
          <a:tab pos="269875" algn="l"/>
        </a:tabLst>
        <a:defRPr sz="1900" b="1" baseline="0">
          <a:solidFill>
            <a:schemeClr val="bg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  <a:lvl2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572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144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716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288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defRPr sz="1100" baseline="0">
          <a:solidFill>
            <a:schemeClr val="tx1"/>
          </a:solidFill>
          <a:latin typeface="+mn-lt"/>
          <a:ea typeface="+mn-ea"/>
          <a:cs typeface="+mn-cs"/>
        </a:defRPr>
      </a:lvl1pPr>
      <a:lvl2pPr marL="193675" indent="-192088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125000"/>
        <a:buFont typeface="Arial" charset="0"/>
        <a:buChar char="▪"/>
        <a:defRPr sz="1100" baseline="0">
          <a:solidFill>
            <a:schemeClr val="tx1"/>
          </a:solidFill>
          <a:latin typeface="+mn-lt"/>
        </a:defRPr>
      </a:lvl2pPr>
      <a:lvl3pPr marL="457200" indent="-261938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120000"/>
        <a:buFont typeface="Arial" charset="0"/>
        <a:buChar char="–"/>
        <a:defRPr sz="1100" baseline="0">
          <a:solidFill>
            <a:schemeClr val="tx1"/>
          </a:solidFill>
          <a:latin typeface="+mn-lt"/>
        </a:defRPr>
      </a:lvl3pPr>
      <a:lvl4pPr marL="614363" indent="-155575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120000"/>
        <a:buFont typeface="Arial" charset="0"/>
        <a:buChar char="▫"/>
        <a:defRPr sz="1100" baseline="0">
          <a:solidFill>
            <a:schemeClr val="tx1"/>
          </a:solidFill>
          <a:latin typeface="+mn-lt"/>
        </a:defRPr>
      </a:lvl4pPr>
      <a:lvl5pPr marL="749808" indent="-130175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89000"/>
        <a:buFont typeface="Arial" charset="0"/>
        <a:buChar char="-"/>
        <a:defRPr sz="1100" baseline="0">
          <a:solidFill>
            <a:schemeClr val="tx1"/>
          </a:solidFill>
          <a:latin typeface="+mn-lt"/>
        </a:defRPr>
      </a:lvl5pPr>
      <a:lvl6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>
            <a:extLst>
              <a:ext uri="{FF2B5EF4-FFF2-40B4-BE49-F238E27FC236}">
                <a16:creationId xmlns=""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5194980" y="5181602"/>
            <a:ext cx="533109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 latinLnBrk="0">
              <a:buNone/>
            </a:pPr>
            <a:r>
              <a:rPr lang="en-US" altLang="ko-KR" sz="3200" b="1" kern="0" dirty="0">
                <a:solidFill>
                  <a:srgbClr val="7030A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Quarterly Performances</a:t>
            </a:r>
            <a:endParaRPr lang="en-US" altLang="ko-KR" sz="3200" b="1" kern="0" dirty="0">
              <a:solidFill>
                <a:srgbClr val="7030A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1744239" y="680829"/>
            <a:ext cx="598167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19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altLang="ko-KR" sz="6000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TITLE</a:t>
            </a:r>
            <a:endParaRPr lang="ko-KR" altLang="en-US" sz="6000" kern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57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DISCLAIMER</a:t>
            </a:r>
            <a:endParaRPr lang="ko-KR" altLang="en-US" dirty="0"/>
          </a:p>
        </p:txBody>
      </p:sp>
      <p:sp>
        <p:nvSpPr>
          <p:cNvPr id="7" name="텍스트 개체 틀 3"/>
          <p:cNvSpPr txBox="1">
            <a:spLocks/>
          </p:cNvSpPr>
          <p:nvPr/>
        </p:nvSpPr>
        <p:spPr>
          <a:xfrm>
            <a:off x="2703221" y="5394327"/>
            <a:ext cx="7041989" cy="480992"/>
          </a:xfrm>
          <a:prstGeom prst="rect">
            <a:avLst/>
          </a:prstGeom>
        </p:spPr>
        <p:txBody>
          <a:bodyPr/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5000"/>
              <a:buFont typeface="Arial" charset="0"/>
              <a:buChar char="▪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195262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0000"/>
              <a:buFont typeface="Arial" charset="0"/>
              <a:buNone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0000"/>
              <a:buFont typeface="Arial" charset="0"/>
              <a:buChar char="▫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89000"/>
              <a:buFont typeface="Arial" charset="0"/>
              <a:buChar char="-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ko-KR" altLang="en-US" dirty="0"/>
              <a:t>이 영상은 투자 권유가 아니며</a:t>
            </a:r>
            <a:r>
              <a:rPr lang="en-US" altLang="ko-KR" dirty="0"/>
              <a:t>, </a:t>
            </a:r>
            <a:r>
              <a:rPr lang="ko-KR" altLang="en-US"/>
              <a:t>개인적인 의견을 공유한 것입니다</a:t>
            </a:r>
            <a:r>
              <a:rPr lang="en-US" altLang="ko-KR" dirty="0"/>
              <a:t>. </a:t>
            </a:r>
            <a:r>
              <a:rPr lang="ko-KR" altLang="en-US"/>
              <a:t>모든 투자는 본인의 판단과 책임 하에 이루어져야 하며</a:t>
            </a:r>
            <a:r>
              <a:rPr lang="en-US" altLang="ko-KR" dirty="0"/>
              <a:t>, </a:t>
            </a:r>
            <a:r>
              <a:rPr lang="ko-KR" altLang="en-US"/>
              <a:t>투자로 인한 손실에 대해 책임지지 않습니다</a:t>
            </a:r>
            <a:r>
              <a:rPr lang="en-US" altLang="ko-KR" dirty="0"/>
              <a:t>.</a:t>
            </a:r>
            <a:endParaRPr lang="ko-KR" altLang="en-US" kern="0" dirty="0"/>
          </a:p>
        </p:txBody>
      </p:sp>
    </p:spTree>
    <p:extLst>
      <p:ext uri="{BB962C8B-B14F-4D97-AF65-F5344CB8AC3E}">
        <p14:creationId xmlns:p14="http://schemas.microsoft.com/office/powerpoint/2010/main" val="152540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-2400794" y="3467556"/>
            <a:ext cx="2131577" cy="26161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-2400794" y="4084081"/>
            <a:ext cx="2131577" cy="26161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12901" y="3230169"/>
            <a:ext cx="8618537" cy="492443"/>
          </a:xfrm>
        </p:spPr>
        <p:txBody>
          <a:bodyPr/>
          <a:lstStyle/>
          <a:p>
            <a:pPr algn="ctr"/>
            <a:r>
              <a:rPr lang="ko-KR" altLang="en-US" dirty="0" smtClean="0"/>
              <a:t>감사합니다</a:t>
            </a:r>
            <a:endParaRPr lang="ko-KR" altLang="en-US" dirty="0"/>
          </a:p>
        </p:txBody>
      </p:sp>
      <p:sp>
        <p:nvSpPr>
          <p:cNvPr id="6" name="텍스트 개체 틀 2">
            <a:extLst>
              <a:ext uri="{FF2B5EF4-FFF2-40B4-BE49-F238E27FC236}">
                <a16:creationId xmlns=""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3698194" y="4689159"/>
            <a:ext cx="533109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 latinLnBrk="0">
              <a:buNone/>
            </a:pPr>
            <a:r>
              <a:rPr lang="en-US" altLang="ko-KR" sz="3200" b="1" kern="0" dirty="0">
                <a:solidFill>
                  <a:srgbClr val="7030A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Quarterly Performances</a:t>
            </a:r>
            <a:endParaRPr lang="en-US" altLang="ko-KR" sz="3200" b="1" kern="0" dirty="0">
              <a:solidFill>
                <a:srgbClr val="7030A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886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THINKCELLUNDODONOTDELETE" val="2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hECp61o0yjJDxWXjQG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MyuXXSc0GwUXTIE7hO1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heme/theme1.xml><?xml version="1.0" encoding="utf-8"?>
<a:theme xmlns:a="http://schemas.openxmlformats.org/drawingml/2006/main" name="Firm Format - English (US)">
  <a:themeElements>
    <a:clrScheme name="Firm Format 2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7E0FB"/>
      </a:accent1>
      <a:accent2>
        <a:srgbClr val="91B0FF"/>
      </a:accent2>
      <a:accent3>
        <a:srgbClr val="0066CC"/>
      </a:accent3>
      <a:accent4>
        <a:srgbClr val="002960"/>
      </a:accent4>
      <a:accent5>
        <a:srgbClr val="FF6600"/>
      </a:accent5>
      <a:accent6>
        <a:srgbClr val="808080"/>
      </a:accent6>
      <a:hlink>
        <a:srgbClr val="0066CC"/>
      </a:hlink>
      <a:folHlink>
        <a:srgbClr val="002960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Firm Format - English (US)</Template>
  <TotalTime>0</TotalTime>
  <Words>35</Words>
  <Application>Microsoft Office PowerPoint</Application>
  <PresentationFormat>사용자 지정</PresentationFormat>
  <Paragraphs>6</Paragraphs>
  <Slides>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Noto Sans KR</vt:lpstr>
      <vt:lpstr>맑은 고딕</vt:lpstr>
      <vt:lpstr>Arial</vt:lpstr>
      <vt:lpstr>Arial Narrow</vt:lpstr>
      <vt:lpstr>Firm Format - English (US)</vt:lpstr>
      <vt:lpstr>think-cell Slide</vt:lpstr>
      <vt:lpstr>PowerPoint 프레젠테이션</vt:lpstr>
      <vt:lpstr>DISCLAIMER</vt:lpstr>
      <vt:lpstr>PowerPoint 프레젠테이션</vt:lpstr>
      <vt:lpstr>감사합니다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2023-02-26T22:20:41Z</dcterms:created>
  <dcterms:modified xsi:type="dcterms:W3CDTF">2024-09-25T10:54:10Z</dcterms:modified>
</cp:coreProperties>
</file>