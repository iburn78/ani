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trictFirstAndLastChars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9" r:id="rId2"/>
    <p:sldId id="260" r:id="rId3"/>
    <p:sldId id="261" r:id="rId4"/>
  </p:sldIdLst>
  <p:sldSz cx="6480175" cy="11520488"/>
  <p:notesSz cx="7104063" cy="10234613"/>
  <p:custDataLst>
    <p:tags r:id="rId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1pPr>
    <a:lvl2pPr marL="440720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2pPr>
    <a:lvl3pPr marL="881440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3pPr>
    <a:lvl4pPr marL="1322162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4pPr>
    <a:lvl5pPr marL="1762882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5pPr>
    <a:lvl6pPr marL="220360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6pPr>
    <a:lvl7pPr marL="264432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7pPr>
    <a:lvl8pPr marL="308504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8pPr>
    <a:lvl9pPr marL="352576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55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8F8EC"/>
    <a:srgbClr val="F4F6DD"/>
    <a:srgbClr val="EBE8CA"/>
    <a:srgbClr val="C6AE7F"/>
    <a:srgbClr val="CFBC92"/>
    <a:srgbClr val="D8CBA5"/>
    <a:srgbClr val="D0D0CE"/>
    <a:srgbClr val="BBBCBC"/>
    <a:srgbClr val="808080"/>
    <a:srgbClr val="006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4" autoAdjust="0"/>
    <p:restoredTop sz="81739" autoAdjust="0"/>
  </p:normalViewPr>
  <p:slideViewPr>
    <p:cSldViewPr snapToGrid="0" snapToObjects="1">
      <p:cViewPr varScale="1">
        <p:scale>
          <a:sx n="54" d="100"/>
          <a:sy n="54" d="100"/>
        </p:scale>
        <p:origin x="3192" y="96"/>
      </p:cViewPr>
      <p:guideLst>
        <p:guide orient="horz" pos="7255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3216" y="67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156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9175" y="642938"/>
            <a:ext cx="2532063" cy="45037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75282" y="5499466"/>
            <a:ext cx="605384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339810" y="9842083"/>
            <a:ext cx="563575" cy="190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/>
            </a:lvl1pPr>
          </a:lstStyle>
          <a:p>
            <a:pPr>
              <a:defRPr/>
            </a:pPr>
            <a:fld id="{3C3A632B-FBDE-46D4-BF6F-6D14421E63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128" name="doc id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6903319" y="117993"/>
            <a:ext cx="65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800"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25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defRPr sz="1500" kern="1200" baseline="0">
        <a:solidFill>
          <a:schemeClr val="tx1"/>
        </a:solidFill>
        <a:latin typeface="Arial" charset="0"/>
        <a:ea typeface="+mn-ea"/>
        <a:cs typeface="+mn-cs"/>
      </a:defRPr>
    </a:lvl1pPr>
    <a:lvl2pPr marL="113242" indent="-111712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▪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2pPr>
    <a:lvl3pPr marL="289224" indent="-174453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–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3pPr>
    <a:lvl4pPr marL="411645" indent="-120892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Font typeface="Arial" charset="0"/>
      <a:buChar char="▫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4pPr>
    <a:lvl5pPr marL="523356" indent="-110180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89000"/>
      <a:buFont typeface="Arial" charset="0"/>
      <a:buChar char="-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5pPr>
    <a:lvl6pPr marL="220360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6pPr>
    <a:lvl7pPr marL="264432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7pPr>
    <a:lvl8pPr marL="308504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8pPr>
    <a:lvl9pPr marL="352576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-5806438" y="5332382"/>
            <a:ext cx="5660441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000" baseline="0">
                <a:solidFill>
                  <a:schemeClr val="accent3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7" name="Title Placeholder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 bwMode="auto">
          <a:xfrm>
            <a:off x="296093" y="1503810"/>
            <a:ext cx="5962130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noProof="0" dirty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639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image" Target="../media/image1.emf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oleObject" Target="../embeddings/oleObject1.bin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0" y="2"/>
            <a:ext cx="6480175" cy="11520488"/>
          </a:xfrm>
          <a:prstGeom prst="rect">
            <a:avLst/>
          </a:prstGeom>
          <a:solidFill>
            <a:srgbClr val="F8F8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34" dirty="0" err="1">
              <a:solidFill>
                <a:schemeClr val="tx1"/>
              </a:solidFill>
            </a:endParaRPr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227576886"/>
              </p:ext>
            </p:extLst>
          </p:nvPr>
        </p:nvGraphicFramePr>
        <p:xfrm>
          <a:off x="0" y="1"/>
          <a:ext cx="114796" cy="272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1"/>
                        <a:ext cx="114796" cy="272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44211" y="62585"/>
            <a:ext cx="475252" cy="209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242728"/>
            <a:endParaRPr lang="en-US" sz="217" baseline="0" noProof="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 rot="5400000">
            <a:off x="6153950" y="3392731"/>
            <a:ext cx="551433" cy="2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63" baseline="0" noProof="0">
                <a:latin typeface="+mn-lt"/>
                <a:ea typeface="+mn-ea"/>
              </a:rPr>
              <a:t>Last Modified 2013-03-12 </a:t>
            </a:r>
            <a:r>
              <a:rPr lang="ko-KR" altLang="en-US" sz="163" baseline="0" noProof="0">
                <a:latin typeface="+mn-lt"/>
                <a:ea typeface="+mn-ea"/>
              </a:rPr>
              <a:t>오전 </a:t>
            </a:r>
            <a:r>
              <a:rPr lang="en-US" altLang="ko-KR" sz="163" baseline="0" noProof="0">
                <a:latin typeface="+mn-lt"/>
                <a:ea typeface="+mn-ea"/>
              </a:rPr>
              <a:t>12:01 </a:t>
            </a:r>
            <a:r>
              <a:rPr lang="en-US" sz="163" baseline="0" noProof="0">
                <a:latin typeface="+mn-lt"/>
                <a:ea typeface="+mn-ea"/>
              </a:rPr>
              <a:t>Korea Standard Time</a:t>
            </a:r>
            <a:endParaRPr lang="en-US" sz="434" baseline="0" noProof="0" dirty="0">
              <a:latin typeface="+mn-lt"/>
              <a:ea typeface="+mn-ea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 rot="5400000">
            <a:off x="6189217" y="7118631"/>
            <a:ext cx="480901" cy="2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63" baseline="0" noProof="0">
                <a:latin typeface="+mn-lt"/>
                <a:ea typeface="+mn-ea"/>
              </a:rPr>
              <a:t>Printed 2013-03-11 </a:t>
            </a:r>
            <a:r>
              <a:rPr lang="ko-KR" altLang="en-US" sz="163" baseline="0" noProof="0">
                <a:latin typeface="+mn-lt"/>
                <a:ea typeface="+mn-ea"/>
              </a:rPr>
              <a:t>오후 </a:t>
            </a:r>
            <a:r>
              <a:rPr lang="en-US" altLang="ko-KR" sz="163" baseline="0" noProof="0">
                <a:latin typeface="+mn-lt"/>
                <a:ea typeface="+mn-ea"/>
              </a:rPr>
              <a:t>1:58 </a:t>
            </a:r>
            <a:r>
              <a:rPr lang="en-US" sz="163" baseline="0" noProof="0">
                <a:latin typeface="+mn-lt"/>
                <a:ea typeface="+mn-ea"/>
              </a:rPr>
              <a:t>Korea Standard Time</a:t>
            </a:r>
            <a:endParaRPr lang="en-US" sz="434" baseline="0" noProof="0" dirty="0">
              <a:latin typeface="+mn-lt"/>
              <a:ea typeface="+mn-ea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7"/>
            </p:custDataLst>
          </p:nvPr>
        </p:nvSpPr>
        <p:spPr bwMode="auto">
          <a:xfrm>
            <a:off x="296093" y="1503810"/>
            <a:ext cx="5962130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noProof="0" dirty="0"/>
              <a:t>Click to edit Master title style</a:t>
            </a:r>
            <a:endParaRPr lang="en-US" noProof="0" dirty="0"/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6098" y="46256"/>
            <a:ext cx="209994" cy="5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380" baseline="0" noProof="0" dirty="0">
                <a:solidFill>
                  <a:srgbClr val="808080"/>
                </a:solidFill>
                <a:latin typeface="+mn-lt"/>
                <a:ea typeface="+mj-ea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6097" y="911523"/>
            <a:ext cx="6232217" cy="6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34" baseline="0" noProof="0" dirty="0">
                <a:solidFill>
                  <a:srgbClr val="808080"/>
                </a:solidFill>
                <a:latin typeface="+mn-lt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86096" y="10641652"/>
            <a:ext cx="6181707" cy="544191"/>
            <a:chOff x="75" y="3911"/>
            <a:chExt cx="5385" cy="20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911"/>
              <a:ext cx="5385" cy="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US" sz="271" baseline="0" noProof="0" dirty="0">
                  <a:latin typeface="+mn-lt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96"/>
              <a:ext cx="4323" cy="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165262" indent="-165262" defTabSz="242728">
                <a:tabLst>
                  <a:tab pos="166123" algn="l"/>
                </a:tabLst>
              </a:pPr>
              <a:r>
                <a:rPr lang="en-US" sz="271" baseline="0" noProof="0" dirty="0">
                  <a:solidFill>
                    <a:schemeClr val="tx1"/>
                  </a:solidFill>
                  <a:latin typeface="+mn-lt"/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1050376" y="2650205"/>
            <a:ext cx="3083392" cy="152373"/>
            <a:chOff x="915" y="974"/>
            <a:chExt cx="2686" cy="56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974"/>
              <a:ext cx="2686" cy="5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sz="434" b="1" baseline="0" noProof="0" dirty="0">
                  <a:latin typeface="+mn-lt"/>
                  <a:ea typeface="+mn-ea"/>
                </a:rPr>
                <a:t>Title</a:t>
              </a:r>
            </a:p>
            <a:p>
              <a:r>
                <a:rPr lang="en-US" sz="434" baseline="0" noProof="0" dirty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242728" rtl="0" eaLnBrk="1" fontAlgn="base" latinLnBrk="1" hangingPunct="1">
        <a:spcBef>
          <a:spcPct val="0"/>
        </a:spcBef>
        <a:spcAft>
          <a:spcPct val="0"/>
        </a:spcAft>
        <a:tabLst>
          <a:tab pos="73163" algn="l"/>
        </a:tabLst>
        <a:defRPr sz="5000" b="1" baseline="0">
          <a:solidFill>
            <a:schemeClr val="accent3">
              <a:lumMod val="50000"/>
            </a:schemeClr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  <a:lvl2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2pPr>
      <a:lvl3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3pPr>
      <a:lvl4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4pPr>
      <a:lvl5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5pPr>
      <a:lvl6pPr marL="123946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6pPr>
      <a:lvl7pPr marL="247893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7pPr>
      <a:lvl8pPr marL="371839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8pPr>
      <a:lvl9pPr marL="495786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9pPr>
    </p:titleStyle>
    <p:bodyStyle>
      <a:lvl1pPr marL="0" indent="0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defRPr sz="298" baseline="0">
          <a:solidFill>
            <a:schemeClr val="tx1"/>
          </a:solidFill>
          <a:latin typeface="+mn-lt"/>
          <a:ea typeface="+mn-ea"/>
          <a:cs typeface="+mn-cs"/>
        </a:defRPr>
      </a:lvl1pPr>
      <a:lvl2pPr marL="52505" indent="-52075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5000"/>
        <a:buFont typeface="Arial" charset="0"/>
        <a:buChar char="▪"/>
        <a:defRPr sz="298" baseline="0">
          <a:solidFill>
            <a:schemeClr val="tx1"/>
          </a:solidFill>
          <a:latin typeface="+mn-lt"/>
        </a:defRPr>
      </a:lvl2pPr>
      <a:lvl3pPr marL="123946" indent="-71011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0000"/>
        <a:buFont typeface="Arial" charset="0"/>
        <a:buChar char="–"/>
        <a:defRPr sz="298" baseline="0">
          <a:solidFill>
            <a:schemeClr val="tx1"/>
          </a:solidFill>
          <a:latin typeface="+mn-lt"/>
        </a:defRPr>
      </a:lvl3pPr>
      <a:lvl4pPr marL="166553" indent="-42176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0000"/>
        <a:buFont typeface="Arial" charset="0"/>
        <a:buChar char="▫"/>
        <a:defRPr sz="298" baseline="0">
          <a:solidFill>
            <a:schemeClr val="tx1"/>
          </a:solidFill>
          <a:latin typeface="+mn-lt"/>
        </a:defRPr>
      </a:lvl4pPr>
      <a:lvl5pPr marL="203272" indent="-35290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89000"/>
        <a:buFont typeface="Arial" charset="0"/>
        <a:buChar char="-"/>
        <a:defRPr sz="298" baseline="0">
          <a:solidFill>
            <a:schemeClr val="tx1"/>
          </a:solidFill>
          <a:latin typeface="+mn-lt"/>
        </a:defRPr>
      </a:lvl5pPr>
      <a:lvl6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6pPr>
      <a:lvl7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7pPr>
      <a:lvl8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8pPr>
      <a:lvl9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1pPr>
      <a:lvl2pPr marL="123946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2pPr>
      <a:lvl3pPr marL="247893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3pPr>
      <a:lvl4pPr marL="371839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4pPr>
      <a:lvl5pPr marL="495786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5pPr>
      <a:lvl6pPr marL="619732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6pPr>
      <a:lvl7pPr marL="743679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7pPr>
      <a:lvl8pPr marL="867625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8pPr>
      <a:lvl9pPr marL="991571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E8515EA-AE59-2AE6-30B2-F7AADCB812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96093" y="3009881"/>
            <a:ext cx="5962130" cy="1538883"/>
          </a:xfrm>
        </p:spPr>
        <p:txBody>
          <a:bodyPr/>
          <a:lstStyle/>
          <a:p>
            <a:r>
              <a:rPr lang="en-US" altLang="ko-KR" dirty="0"/>
              <a:t>---</a:t>
            </a:r>
            <a:endParaRPr lang="ko-KR" alt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4E773229-40E7-9A58-31C6-98B4CE6B38D9}"/>
              </a:ext>
            </a:extLst>
          </p:cNvPr>
          <p:cNvSpPr txBox="1">
            <a:spLocks/>
          </p:cNvSpPr>
          <p:nvPr/>
        </p:nvSpPr>
        <p:spPr bwMode="auto">
          <a:xfrm>
            <a:off x="430683" y="8429037"/>
            <a:ext cx="50557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100" baseline="0">
                <a:solidFill>
                  <a:schemeClr val="tx1"/>
                </a:solidFill>
                <a:latin typeface="+mn-lt"/>
              </a:defRPr>
            </a:lvl2pPr>
            <a:lvl3pPr marL="457200" indent="-26193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100" baseline="0">
                <a:solidFill>
                  <a:schemeClr val="tx1"/>
                </a:solidFill>
                <a:latin typeface="+mn-lt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100" baseline="0">
                <a:solidFill>
                  <a:schemeClr val="tx1"/>
                </a:solidFill>
                <a:latin typeface="+mn-lt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89000"/>
              <a:buFont typeface="Arial" charset="0"/>
              <a:buChar char="-"/>
              <a:defRPr sz="1100" baseline="0">
                <a:solidFill>
                  <a:schemeClr val="tx1"/>
                </a:solidFill>
                <a:latin typeface="+mn-lt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1587" lvl="1" indent="0">
              <a:spcAft>
                <a:spcPct val="0"/>
              </a:spcAft>
              <a:buNone/>
              <a:tabLst>
                <a:tab pos="269875" algn="l"/>
              </a:tabLst>
            </a:pPr>
            <a:r>
              <a:rPr lang="en-US" altLang="ko-KR" sz="2400" b="1" kern="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Quarterly Performances</a:t>
            </a: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4E773229-40E7-9A58-31C6-98B4CE6B38D9}"/>
              </a:ext>
            </a:extLst>
          </p:cNvPr>
          <p:cNvSpPr txBox="1">
            <a:spLocks/>
          </p:cNvSpPr>
          <p:nvPr/>
        </p:nvSpPr>
        <p:spPr bwMode="auto">
          <a:xfrm>
            <a:off x="430683" y="7800372"/>
            <a:ext cx="5331097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100" baseline="0">
                <a:solidFill>
                  <a:schemeClr val="tx1"/>
                </a:solidFill>
                <a:latin typeface="+mn-lt"/>
              </a:defRPr>
            </a:lvl2pPr>
            <a:lvl3pPr marL="457200" indent="-26193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100" baseline="0">
                <a:solidFill>
                  <a:schemeClr val="tx1"/>
                </a:solidFill>
                <a:latin typeface="+mn-lt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100" baseline="0">
                <a:solidFill>
                  <a:schemeClr val="tx1"/>
                </a:solidFill>
                <a:latin typeface="+mn-lt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89000"/>
              <a:buFont typeface="Arial" charset="0"/>
              <a:buChar char="-"/>
              <a:defRPr sz="1100" baseline="0">
                <a:solidFill>
                  <a:schemeClr val="tx1"/>
                </a:solidFill>
                <a:latin typeface="+mn-lt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1587" lvl="1" indent="0">
              <a:spcAft>
                <a:spcPct val="0"/>
              </a:spcAft>
              <a:buNone/>
              <a:tabLst>
                <a:tab pos="269875" algn="l"/>
              </a:tabLst>
            </a:pPr>
            <a:r>
              <a:rPr lang="en-US" altLang="ko-KR" sz="3600" b="1" kern="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2024-10-28</a:t>
            </a: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4E773229-40E7-9A58-31C6-98B4CE6B38D9}"/>
              </a:ext>
            </a:extLst>
          </p:cNvPr>
          <p:cNvSpPr txBox="1">
            <a:spLocks/>
          </p:cNvSpPr>
          <p:nvPr/>
        </p:nvSpPr>
        <p:spPr bwMode="auto">
          <a:xfrm>
            <a:off x="331828" y="2119122"/>
            <a:ext cx="50557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100" baseline="0">
                <a:solidFill>
                  <a:schemeClr val="tx1"/>
                </a:solidFill>
                <a:latin typeface="+mn-lt"/>
              </a:defRPr>
            </a:lvl2pPr>
            <a:lvl3pPr marL="457200" indent="-26193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100" baseline="0">
                <a:solidFill>
                  <a:schemeClr val="tx1"/>
                </a:solidFill>
                <a:latin typeface="+mn-lt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100" baseline="0">
                <a:solidFill>
                  <a:schemeClr val="tx1"/>
                </a:solidFill>
                <a:latin typeface="+mn-lt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89000"/>
              <a:buFont typeface="Arial" charset="0"/>
              <a:buChar char="-"/>
              <a:defRPr sz="1100" baseline="0">
                <a:solidFill>
                  <a:schemeClr val="tx1"/>
                </a:solidFill>
                <a:latin typeface="+mn-lt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1587" lvl="1" indent="0">
              <a:spcAft>
                <a:spcPct val="0"/>
              </a:spcAft>
              <a:buNone/>
              <a:tabLst>
                <a:tab pos="269875" algn="l"/>
              </a:tabLst>
            </a:pPr>
            <a:r>
              <a:rPr lang="en-US" altLang="ko-KR" sz="2400" b="1" kern="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13</a:t>
            </a:r>
            <a:r>
              <a:rPr lang="ko-KR" altLang="en-US" sz="2400" b="1" kern="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초 컷 </a:t>
            </a:r>
            <a:r>
              <a:rPr lang="en-US" altLang="ko-KR" sz="2400" b="1" kern="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– </a:t>
            </a:r>
            <a:r>
              <a:rPr lang="ko-KR" altLang="en-US" sz="2400" b="1" kern="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회사 하나 공부하자</a:t>
            </a:r>
            <a:r>
              <a:rPr lang="en-US" altLang="ko-KR" sz="2400" b="1" kern="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rPr>
              <a:t>!</a:t>
            </a:r>
          </a:p>
        </p:txBody>
      </p:sp>
      <p:sp>
        <p:nvSpPr>
          <p:cNvPr id="9" name="텍스트 개체 틀 7">
            <a:extLst>
              <a:ext uri="{FF2B5EF4-FFF2-40B4-BE49-F238E27FC236}">
                <a16:creationId xmlns:a16="http://schemas.microsoft.com/office/drawing/2014/main" id="{A6B90F8C-F562-8E09-27D6-53C9645638D3}"/>
              </a:ext>
            </a:extLst>
          </p:cNvPr>
          <p:cNvSpPr txBox="1">
            <a:spLocks/>
          </p:cNvSpPr>
          <p:nvPr/>
        </p:nvSpPr>
        <p:spPr>
          <a:xfrm>
            <a:off x="430683" y="4793192"/>
            <a:ext cx="5660441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  <a:defRPr sz="3000" baseline="0">
                <a:solidFill>
                  <a:schemeClr val="accent3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1pPr>
            <a:lvl2pPr marL="52505" indent="-52075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298" baseline="0">
                <a:solidFill>
                  <a:schemeClr val="tx1"/>
                </a:solidFill>
                <a:latin typeface="+mn-lt"/>
              </a:defRPr>
            </a:lvl2pPr>
            <a:lvl3pPr marL="123946" indent="-71011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298" baseline="0">
                <a:solidFill>
                  <a:schemeClr val="tx1"/>
                </a:solidFill>
                <a:latin typeface="+mn-lt"/>
              </a:defRPr>
            </a:lvl3pPr>
            <a:lvl4pPr marL="166553" indent="-42176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298" baseline="0">
                <a:solidFill>
                  <a:schemeClr val="tx1"/>
                </a:solidFill>
                <a:latin typeface="+mn-lt"/>
              </a:defRPr>
            </a:lvl4pPr>
            <a:lvl5pPr marL="203272" indent="-3529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  <a:buSzPct val="89000"/>
              <a:buFont typeface="Arial" charset="0"/>
              <a:buChar char="-"/>
              <a:defRPr sz="298" baseline="0">
                <a:solidFill>
                  <a:schemeClr val="tx1"/>
                </a:solidFill>
                <a:latin typeface="+mn-lt"/>
              </a:defRPr>
            </a:lvl5pPr>
            <a:lvl6pPr marL="203272" indent="-35290" algn="l" defTabSz="242728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434" baseline="0">
                <a:solidFill>
                  <a:schemeClr val="tx1"/>
                </a:solidFill>
                <a:latin typeface="+mn-lt"/>
              </a:defRPr>
            </a:lvl6pPr>
            <a:lvl7pPr marL="203272" indent="-35290" algn="l" defTabSz="242728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434" baseline="0">
                <a:solidFill>
                  <a:schemeClr val="tx1"/>
                </a:solidFill>
                <a:latin typeface="+mn-lt"/>
              </a:defRPr>
            </a:lvl7pPr>
            <a:lvl8pPr marL="203272" indent="-35290" algn="l" defTabSz="242728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434" baseline="0">
                <a:solidFill>
                  <a:schemeClr val="tx1"/>
                </a:solidFill>
                <a:latin typeface="+mn-lt"/>
              </a:defRPr>
            </a:lvl8pPr>
            <a:lvl9pPr marL="203272" indent="-35290" algn="l" defTabSz="242728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43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kern="0" dirty="0"/>
              <a:t>Text</a:t>
            </a:r>
            <a:endParaRPr lang="ko-KR" altLang="en-US" kern="0" dirty="0"/>
          </a:p>
        </p:txBody>
      </p:sp>
    </p:spTree>
    <p:extLst>
      <p:ext uri="{BB962C8B-B14F-4D97-AF65-F5344CB8AC3E}">
        <p14:creationId xmlns:p14="http://schemas.microsoft.com/office/powerpoint/2010/main" val="573592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39464E-B435-D315-221E-53B0A97C0D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4D21630-C840-0C3A-D36B-4C5D9BA3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3F2515-5593-DC85-8ED2-15A6BB0D0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71" y="3223025"/>
            <a:ext cx="4894729" cy="4641474"/>
          </a:xfrm>
          <a:prstGeom prst="rect">
            <a:avLst/>
          </a:prstGeom>
        </p:spPr>
      </p:pic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42909368-5E42-5102-CBF2-D36EA7D65695}"/>
              </a:ext>
            </a:extLst>
          </p:cNvPr>
          <p:cNvSpPr txBox="1">
            <a:spLocks/>
          </p:cNvSpPr>
          <p:nvPr/>
        </p:nvSpPr>
        <p:spPr>
          <a:xfrm>
            <a:off x="296093" y="8044831"/>
            <a:ext cx="5660441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  <a:defRPr sz="3000" baseline="0">
                <a:solidFill>
                  <a:schemeClr val="accent3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1pPr>
            <a:lvl2pPr marL="52505" indent="-52075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298" baseline="0">
                <a:solidFill>
                  <a:schemeClr val="tx1"/>
                </a:solidFill>
                <a:latin typeface="+mn-lt"/>
              </a:defRPr>
            </a:lvl2pPr>
            <a:lvl3pPr marL="123946" indent="-71011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298" baseline="0">
                <a:solidFill>
                  <a:schemeClr val="tx1"/>
                </a:solidFill>
                <a:latin typeface="+mn-lt"/>
              </a:defRPr>
            </a:lvl3pPr>
            <a:lvl4pPr marL="166553" indent="-42176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298" baseline="0">
                <a:solidFill>
                  <a:schemeClr val="tx1"/>
                </a:solidFill>
                <a:latin typeface="+mn-lt"/>
              </a:defRPr>
            </a:lvl4pPr>
            <a:lvl5pPr marL="203272" indent="-3529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  <a:buSzPct val="89000"/>
              <a:buFont typeface="Arial" charset="0"/>
              <a:buChar char="-"/>
              <a:defRPr sz="298" baseline="0">
                <a:solidFill>
                  <a:schemeClr val="tx1"/>
                </a:solidFill>
                <a:latin typeface="+mn-lt"/>
              </a:defRPr>
            </a:lvl5pPr>
            <a:lvl6pPr marL="203272" indent="-35290" algn="l" defTabSz="242728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434" baseline="0">
                <a:solidFill>
                  <a:schemeClr val="tx1"/>
                </a:solidFill>
                <a:latin typeface="+mn-lt"/>
              </a:defRPr>
            </a:lvl6pPr>
            <a:lvl7pPr marL="203272" indent="-35290" algn="l" defTabSz="242728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434" baseline="0">
                <a:solidFill>
                  <a:schemeClr val="tx1"/>
                </a:solidFill>
                <a:latin typeface="+mn-lt"/>
              </a:defRPr>
            </a:lvl7pPr>
            <a:lvl8pPr marL="203272" indent="-35290" algn="l" defTabSz="242728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434" baseline="0">
                <a:solidFill>
                  <a:schemeClr val="tx1"/>
                </a:solidFill>
                <a:latin typeface="+mn-lt"/>
              </a:defRPr>
            </a:lvl8pPr>
            <a:lvl9pPr marL="203272" indent="-35290" algn="l" defTabSz="242728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43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kern="0" dirty="0"/>
              <a:t>Text</a:t>
            </a:r>
            <a:endParaRPr lang="ko-KR" altLang="en-US" kern="0" dirty="0"/>
          </a:p>
        </p:txBody>
      </p:sp>
    </p:spTree>
    <p:extLst>
      <p:ext uri="{BB962C8B-B14F-4D97-AF65-F5344CB8AC3E}">
        <p14:creationId xmlns:p14="http://schemas.microsoft.com/office/powerpoint/2010/main" val="362233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41726BD-0A24-5DC4-A969-515F87DCEB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45E2AD5-7250-4BB3-7852-44F66918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93" y="5004948"/>
            <a:ext cx="5962130" cy="769441"/>
          </a:xfrm>
        </p:spPr>
        <p:txBody>
          <a:bodyPr/>
          <a:lstStyle/>
          <a:p>
            <a:r>
              <a:rPr lang="en-US" altLang="ko-KR"/>
              <a:t>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95107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S" val="1,2"/>
  <p:tag name="THINKCELLUNDODONOTDELETE" val="27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hECp61o0yjJDxWXjQGP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mMyuXXSc0GwUXTIE7hO1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heme/theme1.xml><?xml version="1.0" encoding="utf-8"?>
<a:theme xmlns:a="http://schemas.openxmlformats.org/drawingml/2006/main" name="Firm Format - English (US)">
  <a:themeElements>
    <a:clrScheme name="Firm Format 2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C7E0FB"/>
      </a:accent1>
      <a:accent2>
        <a:srgbClr val="91B0FF"/>
      </a:accent2>
      <a:accent3>
        <a:srgbClr val="0066CC"/>
      </a:accent3>
      <a:accent4>
        <a:srgbClr val="002960"/>
      </a:accent4>
      <a:accent5>
        <a:srgbClr val="FF6600"/>
      </a:accent5>
      <a:accent6>
        <a:srgbClr val="808080"/>
      </a:accent6>
      <a:hlink>
        <a:srgbClr val="0066CC"/>
      </a:hlink>
      <a:folHlink>
        <a:srgbClr val="002960"/>
      </a:folHlink>
    </a:clrScheme>
    <a:fontScheme name="Noto Sans KR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Firm Format - English (US)</Template>
  <TotalTime>0</TotalTime>
  <Words>16</Words>
  <Application>Microsoft Office PowerPoint</Application>
  <PresentationFormat>사용자 지정</PresentationFormat>
  <Paragraphs>7</Paragraphs>
  <Slides>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Noto Sans KR</vt:lpstr>
      <vt:lpstr>Arial</vt:lpstr>
      <vt:lpstr>Firm Format - English (US)</vt:lpstr>
      <vt:lpstr>think-cell Slide</vt:lpstr>
      <vt:lpstr>---</vt:lpstr>
      <vt:lpstr>PowerPoint 프레젠테이션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2023-02-26T22:20:41Z</dcterms:created>
  <dcterms:modified xsi:type="dcterms:W3CDTF">2024-11-06T23:59:05Z</dcterms:modified>
</cp:coreProperties>
</file>