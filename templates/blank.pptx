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6480175" cy="11520488"/>
  <p:notesSz cx="7104063" cy="10234613"/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1pPr>
    <a:lvl2pPr marL="44072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2pPr>
    <a:lvl3pPr marL="88144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3pPr>
    <a:lvl4pPr marL="132216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4pPr>
    <a:lvl5pPr marL="176288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6pPr>
    <a:lvl7pPr marL="264432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7pPr>
    <a:lvl8pPr marL="308504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8pPr>
    <a:lvl9pPr marL="352576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5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8F8EC"/>
    <a:srgbClr val="F4F6DD"/>
    <a:srgbClr val="EBE8CA"/>
    <a:srgbClr val="C6AE7F"/>
    <a:srgbClr val="CFBC92"/>
    <a:srgbClr val="D8CBA5"/>
    <a:srgbClr val="D0D0CE"/>
    <a:srgbClr val="BBBCBC"/>
    <a:srgbClr val="808080"/>
    <a:srgbClr val="006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7" autoAdjust="0"/>
    <p:restoredTop sz="81739" autoAdjust="0"/>
  </p:normalViewPr>
  <p:slideViewPr>
    <p:cSldViewPr snapToGrid="0" snapToObjects="1">
      <p:cViewPr varScale="1">
        <p:scale>
          <a:sx n="62" d="100"/>
          <a:sy n="62" d="100"/>
        </p:scale>
        <p:origin x="3828" y="72"/>
      </p:cViewPr>
      <p:guideLst>
        <p:guide orient="horz" pos="7255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4008" y="108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9175" y="642938"/>
            <a:ext cx="2532063" cy="45037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75282" y="5499466"/>
            <a:ext cx="60538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9810" y="9842083"/>
            <a:ext cx="563575" cy="19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903319" y="117993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defRPr sz="1500" kern="1200" baseline="0">
        <a:solidFill>
          <a:schemeClr val="tx1"/>
        </a:solidFill>
        <a:latin typeface="Arial" charset="0"/>
        <a:ea typeface="+mn-ea"/>
        <a:cs typeface="+mn-cs"/>
      </a:defRPr>
    </a:lvl1pPr>
    <a:lvl2pPr marL="113242" indent="-11171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2pPr>
    <a:lvl3pPr marL="289224" indent="-174453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3pPr>
    <a:lvl4pPr marL="411645" indent="-12089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4pPr>
    <a:lvl5pPr marL="523356" indent="-110180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432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504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576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9B10D-33A5-CCB0-EBC1-7A299DBAC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82" y="3563719"/>
            <a:ext cx="5316634" cy="1630363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7AAAF6-2C7C-E88E-0533-DB11A90B7A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087" y="7603573"/>
            <a:ext cx="5587999" cy="597693"/>
          </a:xfrm>
          <a:prstGeom prst="rect">
            <a:avLst/>
          </a:prstGeom>
        </p:spPr>
        <p:txBody>
          <a:bodyPr/>
          <a:lstStyle>
            <a:lvl1pPr>
              <a:defRPr lang="ko-KR" altLang="en-US" sz="4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2000-00-00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976FF-C479-F920-584B-F2B8BDD0BFA5}"/>
              </a:ext>
            </a:extLst>
          </p:cNvPr>
          <p:cNvSpPr txBox="1"/>
          <p:nvPr userDrawn="1"/>
        </p:nvSpPr>
        <p:spPr>
          <a:xfrm>
            <a:off x="434713" y="2520366"/>
            <a:ext cx="55993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sz="25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intro</a:t>
            </a:r>
            <a:endParaRPr lang="ko-KR" altLang="en-US" sz="2500" b="1" baseline="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AFC82-11A7-7B70-6FA5-00DB947B2489}"/>
              </a:ext>
            </a:extLst>
          </p:cNvPr>
          <p:cNvSpPr txBox="1"/>
          <p:nvPr userDrawn="1"/>
        </p:nvSpPr>
        <p:spPr>
          <a:xfrm>
            <a:off x="434713" y="8352573"/>
            <a:ext cx="4796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sz="28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Quarterly Performances</a:t>
            </a:r>
            <a:endParaRPr lang="ko-KR" altLang="en-US" sz="2800" b="1" baseline="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7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E890F-5725-B35B-EE34-75037AED2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60" y="770598"/>
            <a:ext cx="5444928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3C5BE8-B703-D56E-C629-81CAEBE30C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160" y="2471079"/>
            <a:ext cx="5444928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87FB6A68-F40A-56ED-204B-54338D01D7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088" y="3143242"/>
            <a:ext cx="5580000" cy="5580000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</a:lstStyle>
          <a:p>
            <a:endParaRPr lang="ko-KR" altLang="en-US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A98C0711-AF8E-5545-1001-26EC623A7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840" y="8766972"/>
            <a:ext cx="5443248" cy="1345991"/>
          </a:xfrm>
          <a:prstGeom prst="rect">
            <a:avLst/>
          </a:prstGeom>
        </p:spPr>
        <p:txBody>
          <a:bodyPr/>
          <a:lstStyle>
            <a:lvl1pPr algn="l">
              <a:defRPr lang="ko-KR" altLang="en-US" sz="2500" b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Desc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27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8C847A7-4649-7672-7AAE-D0EBC9D48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840" y="770594"/>
            <a:ext cx="5443248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2A54D7-0E39-47DD-F299-49B2047D9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840" y="2472008"/>
            <a:ext cx="5443248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EA339F74-C5E9-9BE9-4D8E-B5D70616F1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839" y="3860602"/>
            <a:ext cx="5443247" cy="7067665"/>
          </a:xfrm>
          <a:prstGeom prst="rect">
            <a:avLst/>
          </a:prstGeom>
        </p:spPr>
        <p:txBody>
          <a:bodyPr/>
          <a:lstStyle>
            <a:lvl1pPr algn="l">
              <a:defRPr lang="ko-KR" altLang="en-US" sz="25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Desc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98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2FB13-3CE6-0092-F7FC-6E5DEA106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838" y="4080706"/>
            <a:ext cx="5261322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888E7EBC-899B-0315-E3F8-412B392617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838" y="6114367"/>
            <a:ext cx="5261322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85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12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11" Type="http://schemas.openxmlformats.org/officeDocument/2006/relationships/tags" Target="../tags/tag7.xml"/><Relationship Id="rId5" Type="http://schemas.openxmlformats.org/officeDocument/2006/relationships/theme" Target="../theme/theme1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2"/>
            <a:ext cx="6480175" cy="11520488"/>
          </a:xfrm>
          <a:prstGeom prst="rect">
            <a:avLst/>
          </a:prstGeom>
          <a:solidFill>
            <a:srgbClr val="F8F8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34" dirty="0" err="1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1"/>
          <a:ext cx="114796" cy="27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14796" cy="272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Working Draft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6153950" y="3392731"/>
            <a:ext cx="551433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163" baseline="0" noProof="0">
                <a:latin typeface="+mn-lt"/>
                <a:ea typeface="+mn-ea"/>
              </a:rPr>
              <a:t>오전 </a:t>
            </a:r>
            <a:r>
              <a:rPr lang="en-US" altLang="ko-KR" sz="163" baseline="0" noProof="0">
                <a:latin typeface="+mn-lt"/>
                <a:ea typeface="+mn-ea"/>
              </a:rPr>
              <a:t>12:01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6189217" y="7118631"/>
            <a:ext cx="480901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Printed 2013-03-11 </a:t>
            </a:r>
            <a:r>
              <a:rPr lang="ko-KR" altLang="en-US" sz="163" baseline="0" noProof="0">
                <a:latin typeface="+mn-lt"/>
                <a:ea typeface="+mn-ea"/>
              </a:rPr>
              <a:t>오후 </a:t>
            </a:r>
            <a:r>
              <a:rPr lang="en-US" altLang="ko-KR" sz="163" baseline="0" noProof="0">
                <a:latin typeface="+mn-lt"/>
                <a:ea typeface="+mn-ea"/>
              </a:rPr>
              <a:t>1:58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098" y="46256"/>
            <a:ext cx="209994" cy="5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38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6097" y="911523"/>
            <a:ext cx="6232217" cy="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34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86096" y="10641652"/>
            <a:ext cx="6181707" cy="544191"/>
            <a:chOff x="75" y="3911"/>
            <a:chExt cx="5385" cy="20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911"/>
              <a:ext cx="5385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271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96"/>
              <a:ext cx="4323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165262" indent="-165262" defTabSz="242728">
                <a:tabLst>
                  <a:tab pos="166123" algn="l"/>
                </a:tabLst>
              </a:pPr>
              <a:r>
                <a:rPr lang="en-US" sz="271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1050376" y="2650205"/>
            <a:ext cx="3083392" cy="152373"/>
            <a:chOff x="915" y="974"/>
            <a:chExt cx="2686" cy="56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74"/>
              <a:ext cx="2686" cy="5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434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434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</p:sldLayoutIdLst>
  <p:hf hdr="0" ftr="0" dt="0"/>
  <p:txStyles>
    <p:titleStyle>
      <a:lvl1pPr algn="ctr" defTabSz="242728" rtl="0" eaLnBrk="1" fontAlgn="base" latinLnBrk="1" hangingPunct="1">
        <a:spcBef>
          <a:spcPct val="0"/>
        </a:spcBef>
        <a:spcAft>
          <a:spcPct val="0"/>
        </a:spcAft>
        <a:tabLst>
          <a:tab pos="73163" algn="l"/>
        </a:tabLst>
        <a:defRPr sz="5000" b="1" baseline="0">
          <a:solidFill>
            <a:schemeClr val="accent3">
              <a:lumMod val="50000"/>
            </a:schemeClr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2pPr>
      <a:lvl3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3pPr>
      <a:lvl4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4pPr>
      <a:lvl5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5pPr>
      <a:lvl6pPr marL="12394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6pPr>
      <a:lvl7pPr marL="247893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7pPr>
      <a:lvl8pPr marL="371839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8pPr>
      <a:lvl9pPr marL="49578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9pPr>
    </p:titleStyle>
    <p:bodyStyle>
      <a:lvl1pPr marL="0" indent="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defRPr sz="298" baseline="0">
          <a:solidFill>
            <a:schemeClr val="tx1"/>
          </a:solidFill>
          <a:latin typeface="+mn-lt"/>
          <a:ea typeface="+mn-ea"/>
          <a:cs typeface="+mn-cs"/>
        </a:defRPr>
      </a:lvl1pPr>
      <a:lvl2pPr marL="52505" indent="-52075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5000"/>
        <a:buFont typeface="Arial" charset="0"/>
        <a:buChar char="▪"/>
        <a:defRPr sz="298" baseline="0">
          <a:solidFill>
            <a:schemeClr val="tx1"/>
          </a:solidFill>
          <a:latin typeface="+mn-lt"/>
        </a:defRPr>
      </a:lvl2pPr>
      <a:lvl3pPr marL="123946" indent="-71011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–"/>
        <a:defRPr sz="298" baseline="0">
          <a:solidFill>
            <a:schemeClr val="tx1"/>
          </a:solidFill>
          <a:latin typeface="+mn-lt"/>
        </a:defRPr>
      </a:lvl3pPr>
      <a:lvl4pPr marL="166553" indent="-42176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▫"/>
        <a:defRPr sz="298" baseline="0">
          <a:solidFill>
            <a:schemeClr val="tx1"/>
          </a:solidFill>
          <a:latin typeface="+mn-lt"/>
        </a:defRPr>
      </a:lvl4pPr>
      <a:lvl5pPr marL="203272" indent="-3529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89000"/>
        <a:buFont typeface="Arial" charset="0"/>
        <a:buChar char="-"/>
        <a:defRPr sz="298" baseline="0">
          <a:solidFill>
            <a:schemeClr val="tx1"/>
          </a:solidFill>
          <a:latin typeface="+mn-lt"/>
        </a:defRPr>
      </a:lvl5pPr>
      <a:lvl6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6pPr>
      <a:lvl7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7pPr>
      <a:lvl8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8pPr>
      <a:lvl9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1pPr>
      <a:lvl2pPr marL="12394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2pPr>
      <a:lvl3pPr marL="247893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3pPr>
      <a:lvl4pPr marL="37183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4pPr>
      <a:lvl5pPr marL="49578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5pPr>
      <a:lvl6pPr marL="619732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6pPr>
      <a:lvl7pPr marL="74367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7pPr>
      <a:lvl8pPr marL="867625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8pPr>
      <a:lvl9pPr marL="991571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4" baseType="lpstr">
      <vt:lpstr>Noto Sans KR</vt:lpstr>
      <vt:lpstr>Arial</vt:lpstr>
      <vt:lpstr>Firm Format - English (US)</vt:lpstr>
      <vt:lpstr>think-cell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2025-01-08T07:54:21Z</dcterms:modified>
</cp:coreProperties>
</file>