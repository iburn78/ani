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9" r:id="rId2"/>
    <p:sldId id="258" r:id="rId3"/>
  </p:sldIdLst>
  <p:sldSz cx="6480175" cy="11520488"/>
  <p:notesSz cx="7104063" cy="10234613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1pPr>
    <a:lvl2pPr marL="44072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2pPr>
    <a:lvl3pPr marL="88144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3pPr>
    <a:lvl4pPr marL="132216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4pPr>
    <a:lvl5pPr marL="176288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6pPr>
    <a:lvl7pPr marL="264432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7pPr>
    <a:lvl8pPr marL="308504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8pPr>
    <a:lvl9pPr marL="352576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5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0D0CE"/>
    <a:srgbClr val="BBBCBC"/>
    <a:srgbClr val="808080"/>
    <a:srgbClr val="0065CC"/>
    <a:srgbClr val="91AFFF"/>
    <a:srgbClr val="00296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81739" autoAdjust="0"/>
  </p:normalViewPr>
  <p:slideViewPr>
    <p:cSldViewPr snapToGrid="0" snapToObjects="1">
      <p:cViewPr varScale="1">
        <p:scale>
          <a:sx n="59" d="100"/>
          <a:sy n="59" d="100"/>
        </p:scale>
        <p:origin x="3798" y="90"/>
      </p:cViewPr>
      <p:guideLst>
        <p:guide orient="horz" pos="7255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3216" y="67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9175" y="642938"/>
            <a:ext cx="2532063" cy="45037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75282" y="5499466"/>
            <a:ext cx="605384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39810" y="9842083"/>
            <a:ext cx="563575" cy="19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903319" y="117993"/>
            <a:ext cx="6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defRPr sz="1500" kern="1200" baseline="0">
        <a:solidFill>
          <a:schemeClr val="tx1"/>
        </a:solidFill>
        <a:latin typeface="Arial" charset="0"/>
        <a:ea typeface="+mn-ea"/>
        <a:cs typeface="+mn-cs"/>
      </a:defRPr>
    </a:lvl1pPr>
    <a:lvl2pPr marL="113242" indent="-11171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2pPr>
    <a:lvl3pPr marL="289224" indent="-174453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3pPr>
    <a:lvl4pPr marL="411645" indent="-12089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4pPr>
    <a:lvl5pPr marL="523356" indent="-110180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6pPr>
    <a:lvl7pPr marL="264432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7pPr>
    <a:lvl8pPr marL="308504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8pPr>
    <a:lvl9pPr marL="352576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-5806438" y="5332382"/>
            <a:ext cx="5660441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000"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-5806438" y="5943329"/>
            <a:ext cx="5660441" cy="102848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0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sz="30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52935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  <a:p>
            <a:pPr lvl="1"/>
            <a:r>
              <a:rPr lang="en-US" altLang="ko-KR" dirty="0"/>
              <a:t>Sub</a:t>
            </a:r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 bwMode="auto">
          <a:xfrm>
            <a:off x="296093" y="1503810"/>
            <a:ext cx="596213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0" y="2"/>
            <a:ext cx="6480175" cy="1152048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34" dirty="0" err="1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1"/>
          <a:ext cx="114796" cy="272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14796" cy="272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44211" y="62585"/>
            <a:ext cx="475252" cy="20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242728"/>
            <a:endParaRPr lang="en-US" sz="217" baseline="0" noProof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6153950" y="3392731"/>
            <a:ext cx="551433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163" baseline="0" noProof="0">
                <a:latin typeface="+mn-lt"/>
                <a:ea typeface="+mn-ea"/>
              </a:rPr>
              <a:t>오전 </a:t>
            </a:r>
            <a:r>
              <a:rPr lang="en-US" altLang="ko-KR" sz="163" baseline="0" noProof="0">
                <a:latin typeface="+mn-lt"/>
                <a:ea typeface="+mn-ea"/>
              </a:rPr>
              <a:t>12:01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6189217" y="7118631"/>
            <a:ext cx="480901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Printed 2013-03-11 </a:t>
            </a:r>
            <a:r>
              <a:rPr lang="ko-KR" altLang="en-US" sz="163" baseline="0" noProof="0">
                <a:latin typeface="+mn-lt"/>
                <a:ea typeface="+mn-ea"/>
              </a:rPr>
              <a:t>오후 </a:t>
            </a:r>
            <a:r>
              <a:rPr lang="en-US" altLang="ko-KR" sz="163" baseline="0" noProof="0">
                <a:latin typeface="+mn-lt"/>
                <a:ea typeface="+mn-ea"/>
              </a:rPr>
              <a:t>1:58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296093" y="1503810"/>
            <a:ext cx="596213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6098" y="46256"/>
            <a:ext cx="209994" cy="5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38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6097" y="911523"/>
            <a:ext cx="6232217" cy="6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34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86096" y="10641652"/>
            <a:ext cx="6181707" cy="544191"/>
            <a:chOff x="75" y="3911"/>
            <a:chExt cx="5385" cy="20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911"/>
              <a:ext cx="5385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271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96"/>
              <a:ext cx="4323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165262" indent="-165262" defTabSz="242728">
                <a:tabLst>
                  <a:tab pos="166123" algn="l"/>
                </a:tabLst>
              </a:pPr>
              <a:r>
                <a:rPr lang="en-US" sz="271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1050376" y="2650205"/>
            <a:ext cx="3083392" cy="152373"/>
            <a:chOff x="915" y="974"/>
            <a:chExt cx="2686" cy="56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974"/>
              <a:ext cx="2686" cy="5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434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434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242728" rtl="0" eaLnBrk="1" fontAlgn="base" latinLnBrk="1" hangingPunct="1">
        <a:spcBef>
          <a:spcPct val="0"/>
        </a:spcBef>
        <a:spcAft>
          <a:spcPct val="0"/>
        </a:spcAft>
        <a:tabLst>
          <a:tab pos="73163" algn="l"/>
        </a:tabLst>
        <a:defRPr sz="5000" b="1" baseline="0">
          <a:solidFill>
            <a:schemeClr val="bg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2pPr>
      <a:lvl3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3pPr>
      <a:lvl4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4pPr>
      <a:lvl5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5pPr>
      <a:lvl6pPr marL="12394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6pPr>
      <a:lvl7pPr marL="247893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7pPr>
      <a:lvl8pPr marL="371839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8pPr>
      <a:lvl9pPr marL="49578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9pPr>
    </p:titleStyle>
    <p:bodyStyle>
      <a:lvl1pPr marL="0" indent="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defRPr sz="298" baseline="0">
          <a:solidFill>
            <a:schemeClr val="tx1"/>
          </a:solidFill>
          <a:latin typeface="+mn-lt"/>
          <a:ea typeface="+mn-ea"/>
          <a:cs typeface="+mn-cs"/>
        </a:defRPr>
      </a:lvl1pPr>
      <a:lvl2pPr marL="52505" indent="-52075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5000"/>
        <a:buFont typeface="Arial" charset="0"/>
        <a:buChar char="▪"/>
        <a:defRPr sz="298" baseline="0">
          <a:solidFill>
            <a:schemeClr val="tx1"/>
          </a:solidFill>
          <a:latin typeface="+mn-lt"/>
        </a:defRPr>
      </a:lvl2pPr>
      <a:lvl3pPr marL="123946" indent="-71011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–"/>
        <a:defRPr sz="298" baseline="0">
          <a:solidFill>
            <a:schemeClr val="tx1"/>
          </a:solidFill>
          <a:latin typeface="+mn-lt"/>
        </a:defRPr>
      </a:lvl3pPr>
      <a:lvl4pPr marL="166553" indent="-42176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▫"/>
        <a:defRPr sz="298" baseline="0">
          <a:solidFill>
            <a:schemeClr val="tx1"/>
          </a:solidFill>
          <a:latin typeface="+mn-lt"/>
        </a:defRPr>
      </a:lvl4pPr>
      <a:lvl5pPr marL="203272" indent="-3529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89000"/>
        <a:buFont typeface="Arial" charset="0"/>
        <a:buChar char="-"/>
        <a:defRPr sz="298" baseline="0">
          <a:solidFill>
            <a:schemeClr val="tx1"/>
          </a:solidFill>
          <a:latin typeface="+mn-lt"/>
        </a:defRPr>
      </a:lvl5pPr>
      <a:lvl6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6pPr>
      <a:lvl7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7pPr>
      <a:lvl8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8pPr>
      <a:lvl9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1pPr>
      <a:lvl2pPr marL="12394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2pPr>
      <a:lvl3pPr marL="247893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3pPr>
      <a:lvl4pPr marL="37183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4pPr>
      <a:lvl5pPr marL="49578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5pPr>
      <a:lvl6pPr marL="619732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6pPr>
      <a:lvl7pPr marL="74367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7pPr>
      <a:lvl8pPr marL="867625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8pPr>
      <a:lvl9pPr marL="991571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430684" y="6441329"/>
            <a:ext cx="5331097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>
              <a:spcAft>
                <a:spcPct val="0"/>
              </a:spcAft>
              <a:buNone/>
              <a:tabLst>
                <a:tab pos="269875" algn="l"/>
              </a:tabLst>
            </a:pPr>
            <a:r>
              <a:rPr lang="en-US" altLang="ko-KR" sz="48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---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FF91A0EE-14A3-CAED-B435-D9C9047C6670}"/>
              </a:ext>
            </a:extLst>
          </p:cNvPr>
          <p:cNvSpPr txBox="1">
            <a:spLocks/>
          </p:cNvSpPr>
          <p:nvPr/>
        </p:nvSpPr>
        <p:spPr bwMode="auto">
          <a:xfrm>
            <a:off x="430684" y="7280298"/>
            <a:ext cx="533109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>
              <a:spcAft>
                <a:spcPct val="0"/>
              </a:spcAft>
              <a:buNone/>
              <a:tabLst>
                <a:tab pos="269875" algn="l"/>
              </a:tabLst>
            </a:pPr>
            <a:r>
              <a:rPr lang="en-US" altLang="ko-KR" sz="4800" b="1" kern="0" dirty="0">
                <a:solidFill>
                  <a:schemeClr val="accent5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Quarterly Performances</a:t>
            </a:r>
          </a:p>
        </p:txBody>
      </p:sp>
    </p:spTree>
    <p:extLst>
      <p:ext uri="{BB962C8B-B14F-4D97-AF65-F5344CB8AC3E}">
        <p14:creationId xmlns:p14="http://schemas.microsoft.com/office/powerpoint/2010/main" val="57359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3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3</Words>
  <Application>Microsoft Office PowerPoint</Application>
  <PresentationFormat>사용자 지정</PresentationFormat>
  <Paragraphs>2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KR</vt:lpstr>
      <vt:lpstr>Arial</vt:lpstr>
      <vt:lpstr>Firm Format - English (US)</vt:lpstr>
      <vt:lpstr>think-cell Slide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2024-11-13T05:58:07Z</dcterms:modified>
</cp:coreProperties>
</file>